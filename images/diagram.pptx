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sldIdLst>
    <p:sldId id="261" r:id="rId2"/>
  </p:sldIdLst>
  <p:sldSz cx="10058400" cy="228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71D5"/>
    <a:srgbClr val="3553D3"/>
    <a:srgbClr val="FDDF03"/>
    <a:srgbClr val="EDE3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F1FB23-F895-1D6A-BB3B-94B09C16C952}" v="6" dt="2026-06-22T06:20:39.3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5" d="100"/>
          <a:sy n="125" d="100"/>
        </p:scale>
        <p:origin x="114" y="15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Trabish" userId="S::davidtrabish@nus.edu.sg::54dc2e98-9371-4be9-9b74-030d15aa913b" providerId="AD" clId="Web-{DFF1FB23-F895-1D6A-BB3B-94B09C16C952}"/>
    <pc:docChg chg="delSld modSld">
      <pc:chgData name="David Trabish" userId="S::davidtrabish@nus.edu.sg::54dc2e98-9371-4be9-9b74-030d15aa913b" providerId="AD" clId="Web-{DFF1FB23-F895-1D6A-BB3B-94B09C16C952}" dt="2026-06-22T06:20:39.342" v="4"/>
      <pc:docMkLst>
        <pc:docMk/>
      </pc:docMkLst>
      <pc:sldChg chg="del">
        <pc:chgData name="David Trabish" userId="S::davidtrabish@nus.edu.sg::54dc2e98-9371-4be9-9b74-030d15aa913b" providerId="AD" clId="Web-{DFF1FB23-F895-1D6A-BB3B-94B09C16C952}" dt="2026-06-22T06:20:36.905" v="3"/>
        <pc:sldMkLst>
          <pc:docMk/>
          <pc:sldMk cId="1703506588" sldId="257"/>
        </pc:sldMkLst>
      </pc:sldChg>
      <pc:sldChg chg="del">
        <pc:chgData name="David Trabish" userId="S::davidtrabish@nus.edu.sg::54dc2e98-9371-4be9-9b74-030d15aa913b" providerId="AD" clId="Web-{DFF1FB23-F895-1D6A-BB3B-94B09C16C952}" dt="2026-06-22T06:20:36.905" v="2"/>
        <pc:sldMkLst>
          <pc:docMk/>
          <pc:sldMk cId="3729777158" sldId="258"/>
        </pc:sldMkLst>
      </pc:sldChg>
      <pc:sldChg chg="del">
        <pc:chgData name="David Trabish" userId="S::davidtrabish@nus.edu.sg::54dc2e98-9371-4be9-9b74-030d15aa913b" providerId="AD" clId="Web-{DFF1FB23-F895-1D6A-BB3B-94B09C16C952}" dt="2026-06-22T06:20:39.342" v="4"/>
        <pc:sldMkLst>
          <pc:docMk/>
          <pc:sldMk cId="3786142267" sldId="259"/>
        </pc:sldMkLst>
      </pc:sldChg>
      <pc:sldChg chg="del">
        <pc:chgData name="David Trabish" userId="S::davidtrabish@nus.edu.sg::54dc2e98-9371-4be9-9b74-030d15aa913b" providerId="AD" clId="Web-{DFF1FB23-F895-1D6A-BB3B-94B09C16C952}" dt="2026-06-22T06:20:36.889" v="1"/>
        <pc:sldMkLst>
          <pc:docMk/>
          <pc:sldMk cId="896789822" sldId="260"/>
        </pc:sldMkLst>
      </pc:sldChg>
      <pc:sldChg chg="modSp">
        <pc:chgData name="David Trabish" userId="S::davidtrabish@nus.edu.sg::54dc2e98-9371-4be9-9b74-030d15aa913b" providerId="AD" clId="Web-{DFF1FB23-F895-1D6A-BB3B-94B09C16C952}" dt="2026-06-22T06:18:02.744" v="0" actId="20577"/>
        <pc:sldMkLst>
          <pc:docMk/>
          <pc:sldMk cId="2045650364" sldId="261"/>
        </pc:sldMkLst>
        <pc:spChg chg="mod">
          <ac:chgData name="David Trabish" userId="S::davidtrabish@nus.edu.sg::54dc2e98-9371-4be9-9b74-030d15aa913b" providerId="AD" clId="Web-{DFF1FB23-F895-1D6A-BB3B-94B09C16C952}" dt="2026-06-22T06:18:02.744" v="0" actId="20577"/>
          <ac:spMkLst>
            <pc:docMk/>
            <pc:sldMk cId="2045650364" sldId="261"/>
            <ac:spMk id="3" creationId="{B7924044-2BDB-44D2-ACE9-161B03224E8D}"/>
          </ac:spMkLst>
        </pc:spChg>
      </pc:sldChg>
    </pc:docChg>
  </pc:docChgLst>
  <pc:docChgLst>
    <pc:chgData clId="Web-{DFF1FB23-F895-1D6A-BB3B-94B09C16C952}"/>
    <pc:docChg chg="modSld">
      <pc:chgData name="" userId="" providerId="" clId="Web-{DFF1FB23-F895-1D6A-BB3B-94B09C16C952}" dt="2026-06-22T06:18:01.666" v="0" actId="20577"/>
      <pc:docMkLst>
        <pc:docMk/>
      </pc:docMkLst>
      <pc:sldChg chg="modSp">
        <pc:chgData name="" userId="" providerId="" clId="Web-{DFF1FB23-F895-1D6A-BB3B-94B09C16C952}" dt="2026-06-22T06:18:01.666" v="0" actId="20577"/>
        <pc:sldMkLst>
          <pc:docMk/>
          <pc:sldMk cId="2045650364" sldId="261"/>
        </pc:sldMkLst>
        <pc:spChg chg="mod">
          <ac:chgData name="" userId="" providerId="" clId="Web-{DFF1FB23-F895-1D6A-BB3B-94B09C16C952}" dt="2026-06-22T06:18:01.666" v="0" actId="20577"/>
          <ac:spMkLst>
            <pc:docMk/>
            <pc:sldMk cId="2045650364" sldId="261"/>
            <ac:spMk id="3" creationId="{B7924044-2BDB-44D2-ACE9-161B03224E8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57300" y="374121"/>
            <a:ext cx="7543800" cy="795867"/>
          </a:xfrm>
        </p:spPr>
        <p:txBody>
          <a:bodyPr anchor="b"/>
          <a:lstStyle>
            <a:lvl1pPr algn="ctr"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1200679"/>
            <a:ext cx="7543800" cy="551921"/>
          </a:xfrm>
        </p:spPr>
        <p:txBody>
          <a:bodyPr/>
          <a:lstStyle>
            <a:lvl1pPr marL="0" indent="0" algn="ctr">
              <a:buNone/>
              <a:defRPr sz="800"/>
            </a:lvl1pPr>
            <a:lvl2pPr marL="152385" indent="0" algn="ctr">
              <a:buNone/>
              <a:defRPr sz="667"/>
            </a:lvl2pPr>
            <a:lvl3pPr marL="304770" indent="0" algn="ctr">
              <a:buNone/>
              <a:defRPr sz="600"/>
            </a:lvl3pPr>
            <a:lvl4pPr marL="457154" indent="0" algn="ctr">
              <a:buNone/>
              <a:defRPr sz="533"/>
            </a:lvl4pPr>
            <a:lvl5pPr marL="609539" indent="0" algn="ctr">
              <a:buNone/>
              <a:defRPr sz="533"/>
            </a:lvl5pPr>
            <a:lvl6pPr marL="761924" indent="0" algn="ctr">
              <a:buNone/>
              <a:defRPr sz="533"/>
            </a:lvl6pPr>
            <a:lvl7pPr marL="914309" indent="0" algn="ctr">
              <a:buNone/>
              <a:defRPr sz="533"/>
            </a:lvl7pPr>
            <a:lvl8pPr marL="1066693" indent="0" algn="ctr">
              <a:buNone/>
              <a:defRPr sz="533"/>
            </a:lvl8pPr>
            <a:lvl9pPr marL="1219078" indent="0" algn="ctr">
              <a:buNone/>
              <a:defRPr sz="5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392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137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6" y="569913"/>
            <a:ext cx="8675370" cy="950912"/>
          </a:xfrm>
        </p:spPr>
        <p:txBody>
          <a:bodyPr anchor="b"/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6" y="1529821"/>
            <a:ext cx="8675370" cy="500062"/>
          </a:xfrm>
        </p:spPr>
        <p:txBody>
          <a:bodyPr/>
          <a:lstStyle>
            <a:lvl1pPr marL="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  <a:lvl2pPr marL="152385" indent="0">
              <a:buNone/>
              <a:defRPr sz="667">
                <a:solidFill>
                  <a:schemeClr val="tx1">
                    <a:tint val="75000"/>
                  </a:schemeClr>
                </a:solidFill>
              </a:defRPr>
            </a:lvl2pPr>
            <a:lvl3pPr marL="304770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3pPr>
            <a:lvl4pPr marL="457154" indent="0">
              <a:buNone/>
              <a:defRPr sz="533">
                <a:solidFill>
                  <a:schemeClr val="tx1">
                    <a:tint val="75000"/>
                  </a:schemeClr>
                </a:solidFill>
              </a:defRPr>
            </a:lvl4pPr>
            <a:lvl5pPr marL="609539" indent="0">
              <a:buNone/>
              <a:defRPr sz="533">
                <a:solidFill>
                  <a:schemeClr val="tx1">
                    <a:tint val="75000"/>
                  </a:schemeClr>
                </a:solidFill>
              </a:defRPr>
            </a:lvl5pPr>
            <a:lvl6pPr marL="761924" indent="0">
              <a:buNone/>
              <a:defRPr sz="533">
                <a:solidFill>
                  <a:schemeClr val="tx1">
                    <a:tint val="75000"/>
                  </a:schemeClr>
                </a:solidFill>
              </a:defRPr>
            </a:lvl6pPr>
            <a:lvl7pPr marL="914309" indent="0">
              <a:buNone/>
              <a:defRPr sz="533">
                <a:solidFill>
                  <a:schemeClr val="tx1">
                    <a:tint val="75000"/>
                  </a:schemeClr>
                </a:solidFill>
              </a:defRPr>
            </a:lvl7pPr>
            <a:lvl8pPr marL="1066693" indent="0">
              <a:buNone/>
              <a:defRPr sz="533">
                <a:solidFill>
                  <a:schemeClr val="tx1">
                    <a:tint val="75000"/>
                  </a:schemeClr>
                </a:solidFill>
              </a:defRPr>
            </a:lvl8pPr>
            <a:lvl9pPr marL="1219078" indent="0">
              <a:buNone/>
              <a:defRPr sz="5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432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608542"/>
            <a:ext cx="4274820" cy="145044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608542"/>
            <a:ext cx="4274820" cy="145044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972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21709"/>
            <a:ext cx="8675370" cy="44185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560388"/>
            <a:ext cx="4255174" cy="274637"/>
          </a:xfrm>
        </p:spPr>
        <p:txBody>
          <a:bodyPr anchor="b"/>
          <a:lstStyle>
            <a:lvl1pPr marL="0" indent="0">
              <a:buNone/>
              <a:defRPr sz="800" b="1"/>
            </a:lvl1pPr>
            <a:lvl2pPr marL="152385" indent="0">
              <a:buNone/>
              <a:defRPr sz="667" b="1"/>
            </a:lvl2pPr>
            <a:lvl3pPr marL="304770" indent="0">
              <a:buNone/>
              <a:defRPr sz="600" b="1"/>
            </a:lvl3pPr>
            <a:lvl4pPr marL="457154" indent="0">
              <a:buNone/>
              <a:defRPr sz="533" b="1"/>
            </a:lvl4pPr>
            <a:lvl5pPr marL="609539" indent="0">
              <a:buNone/>
              <a:defRPr sz="533" b="1"/>
            </a:lvl5pPr>
            <a:lvl6pPr marL="761924" indent="0">
              <a:buNone/>
              <a:defRPr sz="533" b="1"/>
            </a:lvl6pPr>
            <a:lvl7pPr marL="914309" indent="0">
              <a:buNone/>
              <a:defRPr sz="533" b="1"/>
            </a:lvl7pPr>
            <a:lvl8pPr marL="1066693" indent="0">
              <a:buNone/>
              <a:defRPr sz="533" b="1"/>
            </a:lvl8pPr>
            <a:lvl9pPr marL="1219078" indent="0">
              <a:buNone/>
              <a:defRPr sz="533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835025"/>
            <a:ext cx="4255174" cy="122819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5" y="560388"/>
            <a:ext cx="4276130" cy="274637"/>
          </a:xfrm>
        </p:spPr>
        <p:txBody>
          <a:bodyPr anchor="b"/>
          <a:lstStyle>
            <a:lvl1pPr marL="0" indent="0">
              <a:buNone/>
              <a:defRPr sz="800" b="1"/>
            </a:lvl1pPr>
            <a:lvl2pPr marL="152385" indent="0">
              <a:buNone/>
              <a:defRPr sz="667" b="1"/>
            </a:lvl2pPr>
            <a:lvl3pPr marL="304770" indent="0">
              <a:buNone/>
              <a:defRPr sz="600" b="1"/>
            </a:lvl3pPr>
            <a:lvl4pPr marL="457154" indent="0">
              <a:buNone/>
              <a:defRPr sz="533" b="1"/>
            </a:lvl4pPr>
            <a:lvl5pPr marL="609539" indent="0">
              <a:buNone/>
              <a:defRPr sz="533" b="1"/>
            </a:lvl5pPr>
            <a:lvl6pPr marL="761924" indent="0">
              <a:buNone/>
              <a:defRPr sz="533" b="1"/>
            </a:lvl6pPr>
            <a:lvl7pPr marL="914309" indent="0">
              <a:buNone/>
              <a:defRPr sz="533" b="1"/>
            </a:lvl7pPr>
            <a:lvl8pPr marL="1066693" indent="0">
              <a:buNone/>
              <a:defRPr sz="533" b="1"/>
            </a:lvl8pPr>
            <a:lvl9pPr marL="1219078" indent="0">
              <a:buNone/>
              <a:defRPr sz="533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5" y="835025"/>
            <a:ext cx="4276130" cy="122819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4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914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883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52400"/>
            <a:ext cx="3244096" cy="533400"/>
          </a:xfrm>
        </p:spPr>
        <p:txBody>
          <a:bodyPr anchor="b"/>
          <a:lstStyle>
            <a:lvl1pPr>
              <a:defRPr sz="10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329142"/>
            <a:ext cx="5092065" cy="1624542"/>
          </a:xfrm>
        </p:spPr>
        <p:txBody>
          <a:bodyPr/>
          <a:lstStyle>
            <a:lvl1pPr>
              <a:defRPr sz="1067"/>
            </a:lvl1pPr>
            <a:lvl2pPr>
              <a:defRPr sz="933"/>
            </a:lvl2pPr>
            <a:lvl3pPr>
              <a:defRPr sz="800"/>
            </a:lvl3pPr>
            <a:lvl4pPr>
              <a:defRPr sz="667"/>
            </a:lvl4pPr>
            <a:lvl5pPr>
              <a:defRPr sz="667"/>
            </a:lvl5pPr>
            <a:lvl6pPr>
              <a:defRPr sz="667"/>
            </a:lvl6pPr>
            <a:lvl7pPr>
              <a:defRPr sz="667"/>
            </a:lvl7pPr>
            <a:lvl8pPr>
              <a:defRPr sz="667"/>
            </a:lvl8pPr>
            <a:lvl9pPr>
              <a:defRPr sz="667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685800"/>
            <a:ext cx="3244096" cy="1270529"/>
          </a:xfrm>
        </p:spPr>
        <p:txBody>
          <a:bodyPr/>
          <a:lstStyle>
            <a:lvl1pPr marL="0" indent="0">
              <a:buNone/>
              <a:defRPr sz="533"/>
            </a:lvl1pPr>
            <a:lvl2pPr marL="152385" indent="0">
              <a:buNone/>
              <a:defRPr sz="467"/>
            </a:lvl2pPr>
            <a:lvl3pPr marL="304770" indent="0">
              <a:buNone/>
              <a:defRPr sz="400"/>
            </a:lvl3pPr>
            <a:lvl4pPr marL="457154" indent="0">
              <a:buNone/>
              <a:defRPr sz="333"/>
            </a:lvl4pPr>
            <a:lvl5pPr marL="609539" indent="0">
              <a:buNone/>
              <a:defRPr sz="333"/>
            </a:lvl5pPr>
            <a:lvl6pPr marL="761924" indent="0">
              <a:buNone/>
              <a:defRPr sz="333"/>
            </a:lvl6pPr>
            <a:lvl7pPr marL="914309" indent="0">
              <a:buNone/>
              <a:defRPr sz="333"/>
            </a:lvl7pPr>
            <a:lvl8pPr marL="1066693" indent="0">
              <a:buNone/>
              <a:defRPr sz="333"/>
            </a:lvl8pPr>
            <a:lvl9pPr marL="1219078" indent="0">
              <a:buNone/>
              <a:defRPr sz="333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669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52400"/>
            <a:ext cx="3244096" cy="533400"/>
          </a:xfrm>
        </p:spPr>
        <p:txBody>
          <a:bodyPr anchor="b"/>
          <a:lstStyle>
            <a:lvl1pPr>
              <a:defRPr sz="10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329142"/>
            <a:ext cx="5092065" cy="1624542"/>
          </a:xfrm>
        </p:spPr>
        <p:txBody>
          <a:bodyPr anchor="t"/>
          <a:lstStyle>
            <a:lvl1pPr marL="0" indent="0">
              <a:buNone/>
              <a:defRPr sz="1067"/>
            </a:lvl1pPr>
            <a:lvl2pPr marL="152385" indent="0">
              <a:buNone/>
              <a:defRPr sz="933"/>
            </a:lvl2pPr>
            <a:lvl3pPr marL="304770" indent="0">
              <a:buNone/>
              <a:defRPr sz="800"/>
            </a:lvl3pPr>
            <a:lvl4pPr marL="457154" indent="0">
              <a:buNone/>
              <a:defRPr sz="667"/>
            </a:lvl4pPr>
            <a:lvl5pPr marL="609539" indent="0">
              <a:buNone/>
              <a:defRPr sz="667"/>
            </a:lvl5pPr>
            <a:lvl6pPr marL="761924" indent="0">
              <a:buNone/>
              <a:defRPr sz="667"/>
            </a:lvl6pPr>
            <a:lvl7pPr marL="914309" indent="0">
              <a:buNone/>
              <a:defRPr sz="667"/>
            </a:lvl7pPr>
            <a:lvl8pPr marL="1066693" indent="0">
              <a:buNone/>
              <a:defRPr sz="667"/>
            </a:lvl8pPr>
            <a:lvl9pPr marL="1219078" indent="0">
              <a:buNone/>
              <a:defRPr sz="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685800"/>
            <a:ext cx="3244096" cy="1270529"/>
          </a:xfrm>
        </p:spPr>
        <p:txBody>
          <a:bodyPr/>
          <a:lstStyle>
            <a:lvl1pPr marL="0" indent="0">
              <a:buNone/>
              <a:defRPr sz="533"/>
            </a:lvl1pPr>
            <a:lvl2pPr marL="152385" indent="0">
              <a:buNone/>
              <a:defRPr sz="467"/>
            </a:lvl2pPr>
            <a:lvl3pPr marL="304770" indent="0">
              <a:buNone/>
              <a:defRPr sz="400"/>
            </a:lvl3pPr>
            <a:lvl4pPr marL="457154" indent="0">
              <a:buNone/>
              <a:defRPr sz="333"/>
            </a:lvl4pPr>
            <a:lvl5pPr marL="609539" indent="0">
              <a:buNone/>
              <a:defRPr sz="333"/>
            </a:lvl5pPr>
            <a:lvl6pPr marL="761924" indent="0">
              <a:buNone/>
              <a:defRPr sz="333"/>
            </a:lvl6pPr>
            <a:lvl7pPr marL="914309" indent="0">
              <a:buNone/>
              <a:defRPr sz="333"/>
            </a:lvl7pPr>
            <a:lvl8pPr marL="1066693" indent="0">
              <a:buNone/>
              <a:defRPr sz="333"/>
            </a:lvl8pPr>
            <a:lvl9pPr marL="1219078" indent="0">
              <a:buNone/>
              <a:defRPr sz="333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50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946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2" y="121709"/>
            <a:ext cx="2168843" cy="19372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121709"/>
            <a:ext cx="6380798" cy="193727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198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121709"/>
            <a:ext cx="8675370" cy="4418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608542"/>
            <a:ext cx="8675370" cy="14504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2118784"/>
            <a:ext cx="2263140" cy="1217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A16130-5E25-47D4-A299-838FA4625973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2118784"/>
            <a:ext cx="3394710" cy="1217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2118784"/>
            <a:ext cx="2263140" cy="1217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52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l" defTabSz="304770" rtl="0" eaLnBrk="1" latinLnBrk="0" hangingPunct="1">
        <a:lnSpc>
          <a:spcPct val="90000"/>
        </a:lnSpc>
        <a:spcBef>
          <a:spcPct val="0"/>
        </a:spcBef>
        <a:buNone/>
        <a:defRPr sz="14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6192" indent="-76192" algn="l" defTabSz="30477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1pPr>
      <a:lvl2pPr marL="228577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2pPr>
      <a:lvl3pPr marL="380962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67" kern="1200">
          <a:solidFill>
            <a:schemeClr val="tx1"/>
          </a:solidFill>
          <a:latin typeface="+mn-lt"/>
          <a:ea typeface="+mn-ea"/>
          <a:cs typeface="+mn-cs"/>
        </a:defRPr>
      </a:lvl3pPr>
      <a:lvl4pPr marL="533347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4pPr>
      <a:lvl5pPr marL="685731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5pPr>
      <a:lvl6pPr marL="838116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6pPr>
      <a:lvl7pPr marL="990501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7pPr>
      <a:lvl8pPr marL="1142886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8pPr>
      <a:lvl9pPr marL="1295270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1pPr>
      <a:lvl2pPr marL="152385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2pPr>
      <a:lvl3pPr marL="304770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3pPr>
      <a:lvl4pPr marL="457154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4pPr>
      <a:lvl5pPr marL="609539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5pPr>
      <a:lvl6pPr marL="761924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6pPr>
      <a:lvl7pPr marL="914309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7pPr>
      <a:lvl8pPr marL="1066693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8pPr>
      <a:lvl9pPr marL="1219078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1C6A6AC9-FAF7-46FF-905E-17CE50380BC0}"/>
              </a:ext>
            </a:extLst>
          </p:cNvPr>
          <p:cNvSpPr/>
          <p:nvPr/>
        </p:nvSpPr>
        <p:spPr>
          <a:xfrm>
            <a:off x="3497852" y="142536"/>
            <a:ext cx="3057704" cy="1997536"/>
          </a:xfrm>
          <a:prstGeom prst="rect">
            <a:avLst/>
          </a:prstGeom>
          <a:solidFill>
            <a:schemeClr val="bg2">
              <a:lumMod val="25000"/>
              <a:alpha val="5000"/>
            </a:schemeClr>
          </a:solidFill>
          <a:ln w="2222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500" dirty="0"/>
          </a:p>
        </p:txBody>
      </p:sp>
      <p:sp>
        <p:nvSpPr>
          <p:cNvPr id="4" name="Right Triangle 3">
            <a:extLst>
              <a:ext uri="{FF2B5EF4-FFF2-40B4-BE49-F238E27FC236}">
                <a16:creationId xmlns:a16="http://schemas.microsoft.com/office/drawing/2014/main" id="{FC60DC05-6FA2-40CF-9BF3-3A17CF6F4B89}"/>
              </a:ext>
            </a:extLst>
          </p:cNvPr>
          <p:cNvSpPr/>
          <p:nvPr/>
        </p:nvSpPr>
        <p:spPr>
          <a:xfrm>
            <a:off x="3650758" y="313537"/>
            <a:ext cx="2014881" cy="1658926"/>
          </a:xfrm>
          <a:prstGeom prst="rtTriangle">
            <a:avLst/>
          </a:prstGeom>
          <a:solidFill>
            <a:srgbClr val="3371D5">
              <a:alpha val="29804"/>
            </a:srgbClr>
          </a:solidFill>
          <a:ln w="22225">
            <a:solidFill>
              <a:schemeClr val="tx1">
                <a:alpha val="93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6" name="Right Triangle 35">
            <a:extLst>
              <a:ext uri="{FF2B5EF4-FFF2-40B4-BE49-F238E27FC236}">
                <a16:creationId xmlns:a16="http://schemas.microsoft.com/office/drawing/2014/main" id="{695FA7A7-790F-4C96-954C-3DCD085BD213}"/>
              </a:ext>
            </a:extLst>
          </p:cNvPr>
          <p:cNvSpPr/>
          <p:nvPr/>
        </p:nvSpPr>
        <p:spPr>
          <a:xfrm rot="10800000">
            <a:off x="4379193" y="313537"/>
            <a:ext cx="2014881" cy="1658926"/>
          </a:xfrm>
          <a:prstGeom prst="rtTriangle">
            <a:avLst/>
          </a:prstGeom>
          <a:solidFill>
            <a:srgbClr val="3371D5">
              <a:alpha val="29804"/>
            </a:srgbClr>
          </a:solidFill>
          <a:ln w="22225">
            <a:solidFill>
              <a:schemeClr val="tx1">
                <a:alpha val="93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924044-2BDB-44D2-ACE9-161B03224E8D}"/>
              </a:ext>
            </a:extLst>
          </p:cNvPr>
          <p:cNvSpPr/>
          <p:nvPr/>
        </p:nvSpPr>
        <p:spPr>
          <a:xfrm>
            <a:off x="140689" y="667482"/>
            <a:ext cx="972431" cy="951036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600" b="1">
                <a:solidFill>
                  <a:schemeClr val="tx1"/>
                </a:solidFill>
              </a:rPr>
              <a:t>Program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7355F72-24A6-40C6-9B29-AAE14E8771BD}"/>
              </a:ext>
            </a:extLst>
          </p:cNvPr>
          <p:cNvSpPr/>
          <p:nvPr/>
        </p:nvSpPr>
        <p:spPr>
          <a:xfrm>
            <a:off x="1445955" y="667482"/>
            <a:ext cx="972431" cy="951036"/>
          </a:xfrm>
          <a:prstGeom prst="rect">
            <a:avLst/>
          </a:prstGeom>
          <a:solidFill>
            <a:srgbClr val="FDDF03">
              <a:alpha val="29804"/>
            </a:srgb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SE Engine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E47771-3C0E-4C4B-AAFB-23222126FEDF}"/>
              </a:ext>
            </a:extLst>
          </p:cNvPr>
          <p:cNvSpPr/>
          <p:nvPr/>
        </p:nvSpPr>
        <p:spPr>
          <a:xfrm>
            <a:off x="7140167" y="667482"/>
            <a:ext cx="972431" cy="951036"/>
          </a:xfrm>
          <a:prstGeom prst="rect">
            <a:avLst/>
          </a:prstGeom>
          <a:solidFill>
            <a:srgbClr val="3371D5">
              <a:alpha val="29804"/>
            </a:srgbClr>
          </a:solidFill>
          <a:ln w="22225">
            <a:solidFill>
              <a:schemeClr val="tx1">
                <a:alpha val="93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Proof</a:t>
            </a:r>
          </a:p>
          <a:p>
            <a:pPr algn="ctr"/>
            <a:r>
              <a:rPr lang="en-US" sz="1600" b="1" dirty="0">
                <a:solidFill>
                  <a:schemeClr val="tx1"/>
                </a:solidFill>
              </a:rPr>
              <a:t>Assistant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5722CC-4B1B-41A7-B353-79F17FDF8CFE}"/>
              </a:ext>
            </a:extLst>
          </p:cNvPr>
          <p:cNvSpPr/>
          <p:nvPr/>
        </p:nvSpPr>
        <p:spPr>
          <a:xfrm>
            <a:off x="8681013" y="667482"/>
            <a:ext cx="1110687" cy="951036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Verification</a:t>
            </a:r>
          </a:p>
          <a:p>
            <a:pPr algn="ctr"/>
            <a:r>
              <a:rPr lang="en-US" sz="1600" b="1" dirty="0">
                <a:solidFill>
                  <a:schemeClr val="tx1"/>
                </a:solidFill>
              </a:rPr>
              <a:t>Result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E07CBA-4A74-4899-AF6E-9877238E61C5}"/>
              </a:ext>
            </a:extLst>
          </p:cNvPr>
          <p:cNvSpPr txBox="1"/>
          <p:nvPr/>
        </p:nvSpPr>
        <p:spPr>
          <a:xfrm>
            <a:off x="5116873" y="351635"/>
            <a:ext cx="12415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 dirty="0"/>
              <a:t>Theoretical</a:t>
            </a:r>
          </a:p>
          <a:p>
            <a:pPr algn="r"/>
            <a:r>
              <a:rPr lang="en-US" sz="1600" b="1" dirty="0"/>
              <a:t>Framework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8C7D4AF-9474-4D3F-92C3-245CCEDB7908}"/>
              </a:ext>
            </a:extLst>
          </p:cNvPr>
          <p:cNvCxnSpPr>
            <a:cxnSpLocks/>
            <a:stCxn id="50" idx="3"/>
            <a:endCxn id="15" idx="1"/>
          </p:cNvCxnSpPr>
          <p:nvPr/>
        </p:nvCxnSpPr>
        <p:spPr>
          <a:xfrm>
            <a:off x="6555556" y="1141304"/>
            <a:ext cx="584611" cy="1696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B26E574-9F94-43B6-A99D-9F69F7135412}"/>
              </a:ext>
            </a:extLst>
          </p:cNvPr>
          <p:cNvSpPr txBox="1"/>
          <p:nvPr/>
        </p:nvSpPr>
        <p:spPr>
          <a:xfrm>
            <a:off x="2530402" y="810821"/>
            <a:ext cx="940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/>
              <a:t>generates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3E51023-DC7A-4ADD-A21C-47AB4242D018}"/>
              </a:ext>
            </a:extLst>
          </p:cNvPr>
          <p:cNvCxnSpPr>
            <a:cxnSpLocks/>
            <a:stCxn id="3" idx="3"/>
            <a:endCxn id="14" idx="1"/>
          </p:cNvCxnSpPr>
          <p:nvPr/>
        </p:nvCxnSpPr>
        <p:spPr>
          <a:xfrm>
            <a:off x="1113120" y="1143000"/>
            <a:ext cx="332835" cy="0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343AF04-1674-41A5-89C9-AED6D3A4D19B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8112598" y="1143000"/>
            <a:ext cx="568415" cy="0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B8ADE6F-6F6C-4DC4-A9A1-262B72C6C40A}"/>
              </a:ext>
            </a:extLst>
          </p:cNvPr>
          <p:cNvSpPr txBox="1"/>
          <p:nvPr/>
        </p:nvSpPr>
        <p:spPr>
          <a:xfrm>
            <a:off x="3707770" y="1344150"/>
            <a:ext cx="922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Proof</a:t>
            </a:r>
          </a:p>
          <a:p>
            <a:r>
              <a:rPr lang="en-US" sz="1600" b="1" dirty="0"/>
              <a:t>Script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AC7E381-50CC-4187-9E78-29C11C5D2E77}"/>
              </a:ext>
            </a:extLst>
          </p:cNvPr>
          <p:cNvCxnSpPr>
            <a:cxnSpLocks/>
            <a:stCxn id="14" idx="3"/>
            <a:endCxn id="4" idx="1"/>
          </p:cNvCxnSpPr>
          <p:nvPr/>
        </p:nvCxnSpPr>
        <p:spPr>
          <a:xfrm>
            <a:off x="2418386" y="1143000"/>
            <a:ext cx="1232372" cy="0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A9298D8-BAAB-4083-9020-AE1855436146}"/>
              </a:ext>
            </a:extLst>
          </p:cNvPr>
          <p:cNvCxnSpPr>
            <a:cxnSpLocks/>
            <a:endCxn id="36" idx="5"/>
          </p:cNvCxnSpPr>
          <p:nvPr/>
        </p:nvCxnSpPr>
        <p:spPr>
          <a:xfrm flipV="1">
            <a:off x="5082966" y="1143000"/>
            <a:ext cx="303667" cy="342900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4A704AF6-13D0-48ED-9C6B-FACD29F64122}"/>
              </a:ext>
            </a:extLst>
          </p:cNvPr>
          <p:cNvSpPr txBox="1"/>
          <p:nvPr/>
        </p:nvSpPr>
        <p:spPr>
          <a:xfrm rot="18728327">
            <a:off x="4834078" y="1087687"/>
            <a:ext cx="5708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/>
              <a:t>uses</a:t>
            </a:r>
          </a:p>
        </p:txBody>
      </p:sp>
    </p:spTree>
    <p:extLst>
      <p:ext uri="{BB962C8B-B14F-4D97-AF65-F5344CB8AC3E}">
        <p14:creationId xmlns:p14="http://schemas.microsoft.com/office/powerpoint/2010/main" val="2045650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6572</TotalTime>
  <Words>53</Words>
  <Application>Microsoft Office PowerPoint</Application>
  <PresentationFormat>Custom</PresentationFormat>
  <Paragraphs>37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PP</dc:creator>
  <cp:lastModifiedBy>PP</cp:lastModifiedBy>
  <cp:revision>42</cp:revision>
  <dcterms:created xsi:type="dcterms:W3CDTF">2026-05-28T22:06:48Z</dcterms:created>
  <dcterms:modified xsi:type="dcterms:W3CDTF">2026-06-22T06:20:47Z</dcterms:modified>
</cp:coreProperties>
</file>