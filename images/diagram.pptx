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7" r:id="rId2"/>
    <p:sldId id="258" r:id="rId3"/>
    <p:sldId id="260" r:id="rId4"/>
    <p:sldId id="261" r:id="rId5"/>
    <p:sldId id="259" r:id="rId6"/>
  </p:sldIdLst>
  <p:sldSz cx="100584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71D5"/>
    <a:srgbClr val="3553D3"/>
    <a:srgbClr val="FDDF03"/>
    <a:srgbClr val="EDE3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114" y="15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74121"/>
            <a:ext cx="7543800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1200679"/>
            <a:ext cx="7543800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92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37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6" y="569913"/>
            <a:ext cx="8675370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6" y="1529821"/>
            <a:ext cx="8675370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3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608542"/>
            <a:ext cx="4274820" cy="145044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608542"/>
            <a:ext cx="4274820" cy="145044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7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21709"/>
            <a:ext cx="8675370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560388"/>
            <a:ext cx="4255174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835025"/>
            <a:ext cx="4255174" cy="12281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5" y="560388"/>
            <a:ext cx="4276130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5" y="835025"/>
            <a:ext cx="4276130" cy="12281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46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14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883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52400"/>
            <a:ext cx="3244096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329142"/>
            <a:ext cx="5092065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685800"/>
            <a:ext cx="3244096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6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52400"/>
            <a:ext cx="3244096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329142"/>
            <a:ext cx="5092065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685800"/>
            <a:ext cx="3244096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50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46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2" y="121709"/>
            <a:ext cx="2168843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121709"/>
            <a:ext cx="6380798" cy="19372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198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121709"/>
            <a:ext cx="8675370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608542"/>
            <a:ext cx="8675370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2118784"/>
            <a:ext cx="226314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16130-5E25-47D4-A299-838FA4625973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2118784"/>
            <a:ext cx="339471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2118784"/>
            <a:ext cx="226314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2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924044-2BDB-44D2-ACE9-161B03224E8D}"/>
              </a:ext>
            </a:extLst>
          </p:cNvPr>
          <p:cNvSpPr/>
          <p:nvPr/>
        </p:nvSpPr>
        <p:spPr>
          <a:xfrm>
            <a:off x="3611420" y="616530"/>
            <a:ext cx="471055" cy="339437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LLVM IR</a:t>
            </a:r>
          </a:p>
          <a:p>
            <a:pPr algn="ctr"/>
            <a:r>
              <a:rPr lang="en-US" sz="500" dirty="0">
                <a:solidFill>
                  <a:schemeClr val="tx1"/>
                </a:solidFill>
              </a:rPr>
              <a:t>Program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9AD1F5A-91A8-4AFE-9928-651CFC6548B0}"/>
              </a:ext>
            </a:extLst>
          </p:cNvPr>
          <p:cNvSpPr/>
          <p:nvPr/>
        </p:nvSpPr>
        <p:spPr>
          <a:xfrm>
            <a:off x="4191773" y="594594"/>
            <a:ext cx="544945" cy="383309"/>
          </a:xfrm>
          <a:prstGeom prst="rect">
            <a:avLst/>
          </a:prstGeom>
          <a:solidFill>
            <a:srgbClr val="FDDF03">
              <a:alpha val="29804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SE Engine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8DC31B-8FAF-4796-A068-48E9FBC01E7D}"/>
              </a:ext>
            </a:extLst>
          </p:cNvPr>
          <p:cNvSpPr/>
          <p:nvPr/>
        </p:nvSpPr>
        <p:spPr>
          <a:xfrm>
            <a:off x="5012269" y="675797"/>
            <a:ext cx="544945" cy="383309"/>
          </a:xfrm>
          <a:prstGeom prst="rect">
            <a:avLst/>
          </a:prstGeom>
          <a:solidFill>
            <a:srgbClr val="3371D5">
              <a:alpha val="29804"/>
            </a:srgbClr>
          </a:solidFill>
          <a:ln>
            <a:solidFill>
              <a:schemeClr val="tx1">
                <a:alpha val="9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Proof Script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0E6DCC3-14A4-4537-98F6-3E354E907050}"/>
              </a:ext>
            </a:extLst>
          </p:cNvPr>
          <p:cNvSpPr/>
          <p:nvPr/>
        </p:nvSpPr>
        <p:spPr>
          <a:xfrm>
            <a:off x="5800439" y="675797"/>
            <a:ext cx="544945" cy="383309"/>
          </a:xfrm>
          <a:prstGeom prst="rect">
            <a:avLst/>
          </a:prstGeom>
          <a:solidFill>
            <a:srgbClr val="3371D5">
              <a:alpha val="29804"/>
            </a:srgbClr>
          </a:solidFill>
          <a:ln>
            <a:solidFill>
              <a:schemeClr val="tx1">
                <a:alpha val="9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Theoretical</a:t>
            </a:r>
          </a:p>
          <a:p>
            <a:pPr algn="ctr"/>
            <a:r>
              <a:rPr lang="en-US" sz="500" dirty="0">
                <a:solidFill>
                  <a:schemeClr val="tx1"/>
                </a:solidFill>
              </a:rPr>
              <a:t>Framework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CF798E2-BCBB-4C83-8DAD-28B4CA242422}"/>
              </a:ext>
            </a:extLst>
          </p:cNvPr>
          <p:cNvSpPr/>
          <p:nvPr/>
        </p:nvSpPr>
        <p:spPr>
          <a:xfrm>
            <a:off x="4344941" y="1308104"/>
            <a:ext cx="544945" cy="383309"/>
          </a:xfrm>
          <a:prstGeom prst="rect">
            <a:avLst/>
          </a:prstGeom>
          <a:solidFill>
            <a:schemeClr val="accent6"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Proof Assistant</a:t>
            </a:r>
          </a:p>
        </p:txBody>
      </p:sp>
    </p:spTree>
    <p:extLst>
      <p:ext uri="{BB962C8B-B14F-4D97-AF65-F5344CB8AC3E}">
        <p14:creationId xmlns:p14="http://schemas.microsoft.com/office/powerpoint/2010/main" val="1703506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74EECCD4-CF38-401E-AECF-93470F42A4BC}"/>
              </a:ext>
            </a:extLst>
          </p:cNvPr>
          <p:cNvSpPr/>
          <p:nvPr/>
        </p:nvSpPr>
        <p:spPr>
          <a:xfrm>
            <a:off x="4702660" y="528289"/>
            <a:ext cx="1650999" cy="1136067"/>
          </a:xfrm>
          <a:prstGeom prst="rect">
            <a:avLst/>
          </a:prstGeom>
          <a:solidFill>
            <a:schemeClr val="bg2">
              <a:lumMod val="25000"/>
              <a:alpha val="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924044-2BDB-44D2-ACE9-161B03224E8D}"/>
              </a:ext>
            </a:extLst>
          </p:cNvPr>
          <p:cNvSpPr/>
          <p:nvPr/>
        </p:nvSpPr>
        <p:spPr>
          <a:xfrm>
            <a:off x="3734573" y="586512"/>
            <a:ext cx="544945" cy="383309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LLVM IR</a:t>
            </a:r>
          </a:p>
          <a:p>
            <a:pPr algn="ctr"/>
            <a:r>
              <a:rPr lang="en-US" sz="500" dirty="0">
                <a:solidFill>
                  <a:schemeClr val="tx1"/>
                </a:solidFill>
              </a:rPr>
              <a:t>Program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9AD1F5A-91A8-4AFE-9928-651CFC6548B0}"/>
              </a:ext>
            </a:extLst>
          </p:cNvPr>
          <p:cNvSpPr/>
          <p:nvPr/>
        </p:nvSpPr>
        <p:spPr>
          <a:xfrm>
            <a:off x="3734573" y="1212277"/>
            <a:ext cx="544945" cy="383309"/>
          </a:xfrm>
          <a:prstGeom prst="rect">
            <a:avLst/>
          </a:prstGeom>
          <a:solidFill>
            <a:srgbClr val="FDDF03">
              <a:alpha val="29804"/>
            </a:srgb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SE Engine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8DC31B-8FAF-4796-A068-48E9FBC01E7D}"/>
              </a:ext>
            </a:extLst>
          </p:cNvPr>
          <p:cNvSpPr/>
          <p:nvPr/>
        </p:nvSpPr>
        <p:spPr>
          <a:xfrm>
            <a:off x="4756731" y="1212277"/>
            <a:ext cx="544945" cy="383309"/>
          </a:xfrm>
          <a:prstGeom prst="rect">
            <a:avLst/>
          </a:prstGeom>
          <a:solidFill>
            <a:srgbClr val="3371D5">
              <a:alpha val="29804"/>
            </a:srgbClr>
          </a:solidFill>
          <a:ln w="22225">
            <a:solidFill>
              <a:schemeClr val="tx1">
                <a:alpha val="9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Proof Script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0E6DCC3-14A4-4537-98F6-3E354E907050}"/>
              </a:ext>
            </a:extLst>
          </p:cNvPr>
          <p:cNvSpPr/>
          <p:nvPr/>
        </p:nvSpPr>
        <p:spPr>
          <a:xfrm>
            <a:off x="4756729" y="586511"/>
            <a:ext cx="544945" cy="383309"/>
          </a:xfrm>
          <a:prstGeom prst="rect">
            <a:avLst/>
          </a:prstGeom>
          <a:solidFill>
            <a:srgbClr val="3371D5">
              <a:alpha val="29804"/>
            </a:srgbClr>
          </a:solidFill>
          <a:ln w="22225">
            <a:solidFill>
              <a:schemeClr val="tx1">
                <a:alpha val="9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Theoretical</a:t>
            </a:r>
          </a:p>
          <a:p>
            <a:pPr algn="ctr"/>
            <a:r>
              <a:rPr lang="en-US" sz="500" dirty="0">
                <a:solidFill>
                  <a:schemeClr val="tx1"/>
                </a:solidFill>
              </a:rPr>
              <a:t>Framework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CF798E2-BCBB-4C83-8DAD-28B4CA242422}"/>
              </a:ext>
            </a:extLst>
          </p:cNvPr>
          <p:cNvSpPr/>
          <p:nvPr/>
        </p:nvSpPr>
        <p:spPr>
          <a:xfrm>
            <a:off x="5753487" y="1212277"/>
            <a:ext cx="544945" cy="383309"/>
          </a:xfrm>
          <a:prstGeom prst="rect">
            <a:avLst/>
          </a:prstGeom>
          <a:solidFill>
            <a:srgbClr val="3371D5">
              <a:alpha val="29804"/>
            </a:srgbClr>
          </a:solidFill>
          <a:ln w="22225">
            <a:solidFill>
              <a:schemeClr val="tx1">
                <a:alpha val="9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Proof Assistant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1E4F6B5-572F-433A-B66B-8CEF3D67F9A2}"/>
              </a:ext>
            </a:extLst>
          </p:cNvPr>
          <p:cNvCxnSpPr>
            <a:cxnSpLocks/>
            <a:stCxn id="3" idx="2"/>
            <a:endCxn id="38" idx="0"/>
          </p:cNvCxnSpPr>
          <p:nvPr/>
        </p:nvCxnSpPr>
        <p:spPr>
          <a:xfrm>
            <a:off x="4007043" y="969820"/>
            <a:ext cx="0" cy="24245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57A0AC-DF40-485C-B08F-A874486F42C5}"/>
              </a:ext>
            </a:extLst>
          </p:cNvPr>
          <p:cNvCxnSpPr>
            <a:cxnSpLocks/>
            <a:stCxn id="39" idx="3"/>
            <a:endCxn id="50" idx="1"/>
          </p:cNvCxnSpPr>
          <p:nvPr/>
        </p:nvCxnSpPr>
        <p:spPr>
          <a:xfrm>
            <a:off x="5301674" y="1403928"/>
            <a:ext cx="451813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88359E-B428-4DD4-9910-EA5F12A75135}"/>
              </a:ext>
            </a:extLst>
          </p:cNvPr>
          <p:cNvCxnSpPr>
            <a:cxnSpLocks/>
            <a:stCxn id="39" idx="0"/>
            <a:endCxn id="49" idx="2"/>
          </p:cNvCxnSpPr>
          <p:nvPr/>
        </p:nvCxnSpPr>
        <p:spPr>
          <a:xfrm flipH="1" flipV="1">
            <a:off x="5029203" y="969819"/>
            <a:ext cx="1" cy="24245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6A86062-404C-497E-9FDB-5A1D3AB091EB}"/>
              </a:ext>
            </a:extLst>
          </p:cNvPr>
          <p:cNvSpPr txBox="1"/>
          <p:nvPr/>
        </p:nvSpPr>
        <p:spPr>
          <a:xfrm>
            <a:off x="4353986" y="1276436"/>
            <a:ext cx="3282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i="1" dirty="0"/>
              <a:t>generate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6B429D-D41B-4C33-A463-22AD0013CF6F}"/>
              </a:ext>
            </a:extLst>
          </p:cNvPr>
          <p:cNvSpPr txBox="1"/>
          <p:nvPr/>
        </p:nvSpPr>
        <p:spPr>
          <a:xfrm>
            <a:off x="5363443" y="1276436"/>
            <a:ext cx="3282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i="1" dirty="0"/>
              <a:t>validate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3A9B25-8353-4641-AF2B-A5D3EE7870FF}"/>
              </a:ext>
            </a:extLst>
          </p:cNvPr>
          <p:cNvSpPr txBox="1"/>
          <p:nvPr/>
        </p:nvSpPr>
        <p:spPr>
          <a:xfrm>
            <a:off x="4996490" y="1043629"/>
            <a:ext cx="3282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i="1" dirty="0"/>
              <a:t>import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9DA32F-54EB-429B-BABF-63F05EE3D666}"/>
              </a:ext>
            </a:extLst>
          </p:cNvPr>
          <p:cNvSpPr txBox="1"/>
          <p:nvPr/>
        </p:nvSpPr>
        <p:spPr>
          <a:xfrm>
            <a:off x="5367290" y="1689754"/>
            <a:ext cx="328277" cy="29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7" i="1" dirty="0" err="1"/>
              <a:t>Rocq</a:t>
            </a:r>
            <a:endParaRPr lang="en-US" sz="667" i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D51144-5578-44AF-BF88-D04F88444819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 flipV="1">
            <a:off x="4279519" y="1403932"/>
            <a:ext cx="477213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777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924044-2BDB-44D2-ACE9-161B03224E8D}"/>
              </a:ext>
            </a:extLst>
          </p:cNvPr>
          <p:cNvSpPr/>
          <p:nvPr/>
        </p:nvSpPr>
        <p:spPr>
          <a:xfrm>
            <a:off x="3139830" y="303725"/>
            <a:ext cx="884917" cy="637001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LLVM IR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Program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FDA865E-C8F8-4876-B867-2434D46A804E}"/>
              </a:ext>
            </a:extLst>
          </p:cNvPr>
          <p:cNvSpPr/>
          <p:nvPr/>
        </p:nvSpPr>
        <p:spPr>
          <a:xfrm>
            <a:off x="3139830" y="1171019"/>
            <a:ext cx="884917" cy="637001"/>
          </a:xfrm>
          <a:prstGeom prst="rect">
            <a:avLst/>
          </a:prstGeom>
          <a:solidFill>
            <a:srgbClr val="FDDF03">
              <a:alpha val="29804"/>
            </a:srgb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SE Engine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4E7E92-E774-4C7E-ADB6-2A6D4382BFFB}"/>
              </a:ext>
            </a:extLst>
          </p:cNvPr>
          <p:cNvSpPr/>
          <p:nvPr/>
        </p:nvSpPr>
        <p:spPr>
          <a:xfrm>
            <a:off x="4570451" y="1171019"/>
            <a:ext cx="884917" cy="637001"/>
          </a:xfrm>
          <a:prstGeom prst="rect">
            <a:avLst/>
          </a:prstGeom>
          <a:solidFill>
            <a:srgbClr val="3371D5">
              <a:alpha val="29804"/>
            </a:srgbClr>
          </a:solidFill>
          <a:ln w="22225">
            <a:solidFill>
              <a:schemeClr val="tx1">
                <a:alpha val="9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Proof Script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7E925C8-BD35-4317-9C61-4486132BC63E}"/>
              </a:ext>
            </a:extLst>
          </p:cNvPr>
          <p:cNvSpPr/>
          <p:nvPr/>
        </p:nvSpPr>
        <p:spPr>
          <a:xfrm>
            <a:off x="6001071" y="1178223"/>
            <a:ext cx="884917" cy="637001"/>
          </a:xfrm>
          <a:prstGeom prst="rect">
            <a:avLst/>
          </a:prstGeom>
          <a:solidFill>
            <a:srgbClr val="3371D5">
              <a:alpha val="29804"/>
            </a:srgbClr>
          </a:solidFill>
          <a:ln w="22225">
            <a:solidFill>
              <a:schemeClr val="tx1">
                <a:alpha val="9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Proof Assistant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A01D666-973D-4D50-B48E-16D9F77F0E90}"/>
              </a:ext>
            </a:extLst>
          </p:cNvPr>
          <p:cNvSpPr/>
          <p:nvPr/>
        </p:nvSpPr>
        <p:spPr>
          <a:xfrm>
            <a:off x="4570451" y="303725"/>
            <a:ext cx="884917" cy="637001"/>
          </a:xfrm>
          <a:prstGeom prst="rect">
            <a:avLst/>
          </a:prstGeom>
          <a:solidFill>
            <a:srgbClr val="3371D5">
              <a:alpha val="29804"/>
            </a:srgbClr>
          </a:solidFill>
          <a:ln w="22225">
            <a:solidFill>
              <a:schemeClr val="tx1">
                <a:alpha val="9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Theoretical</a:t>
            </a:r>
            <a:br>
              <a:rPr lang="en-US" sz="800" dirty="0">
                <a:solidFill>
                  <a:schemeClr val="tx1"/>
                </a:solidFill>
              </a:rPr>
            </a:br>
            <a:r>
              <a:rPr lang="en-US" sz="800" dirty="0">
                <a:solidFill>
                  <a:schemeClr val="tx1"/>
                </a:solidFill>
              </a:rPr>
              <a:t>Framework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41DFB10-7630-4B5E-9EA2-96E3533920C4}"/>
              </a:ext>
            </a:extLst>
          </p:cNvPr>
          <p:cNvCxnSpPr>
            <a:cxnSpLocks/>
            <a:stCxn id="3" idx="2"/>
            <a:endCxn id="40" idx="0"/>
          </p:cNvCxnSpPr>
          <p:nvPr/>
        </p:nvCxnSpPr>
        <p:spPr>
          <a:xfrm>
            <a:off x="3582287" y="940725"/>
            <a:ext cx="0" cy="23029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CACD93C-66DB-4D2E-A432-957E5727082A}"/>
              </a:ext>
            </a:extLst>
          </p:cNvPr>
          <p:cNvCxnSpPr>
            <a:cxnSpLocks/>
          </p:cNvCxnSpPr>
          <p:nvPr/>
        </p:nvCxnSpPr>
        <p:spPr>
          <a:xfrm>
            <a:off x="4143896" y="1496723"/>
            <a:ext cx="29549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789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1C6A6AC9-FAF7-46FF-905E-17CE50380BC0}"/>
              </a:ext>
            </a:extLst>
          </p:cNvPr>
          <p:cNvSpPr/>
          <p:nvPr/>
        </p:nvSpPr>
        <p:spPr>
          <a:xfrm>
            <a:off x="3497852" y="142536"/>
            <a:ext cx="3057704" cy="1997536"/>
          </a:xfrm>
          <a:prstGeom prst="rect">
            <a:avLst/>
          </a:prstGeom>
          <a:solidFill>
            <a:schemeClr val="bg2">
              <a:lumMod val="25000"/>
              <a:alpha val="5000"/>
            </a:schemeClr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00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FC60DC05-6FA2-40CF-9BF3-3A17CF6F4B89}"/>
              </a:ext>
            </a:extLst>
          </p:cNvPr>
          <p:cNvSpPr/>
          <p:nvPr/>
        </p:nvSpPr>
        <p:spPr>
          <a:xfrm>
            <a:off x="3650758" y="313537"/>
            <a:ext cx="2014881" cy="1658926"/>
          </a:xfrm>
          <a:prstGeom prst="rtTriangle">
            <a:avLst/>
          </a:prstGeom>
          <a:solidFill>
            <a:srgbClr val="3371D5">
              <a:alpha val="29804"/>
            </a:srgbClr>
          </a:solidFill>
          <a:ln w="22225">
            <a:solidFill>
              <a:schemeClr val="tx1">
                <a:alpha val="9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6" name="Right Triangle 35">
            <a:extLst>
              <a:ext uri="{FF2B5EF4-FFF2-40B4-BE49-F238E27FC236}">
                <a16:creationId xmlns:a16="http://schemas.microsoft.com/office/drawing/2014/main" id="{695FA7A7-790F-4C96-954C-3DCD085BD213}"/>
              </a:ext>
            </a:extLst>
          </p:cNvPr>
          <p:cNvSpPr/>
          <p:nvPr/>
        </p:nvSpPr>
        <p:spPr>
          <a:xfrm rot="10800000">
            <a:off x="4379193" y="313537"/>
            <a:ext cx="2014881" cy="1658926"/>
          </a:xfrm>
          <a:prstGeom prst="rtTriangle">
            <a:avLst/>
          </a:prstGeom>
          <a:solidFill>
            <a:srgbClr val="3371D5">
              <a:alpha val="29804"/>
            </a:srgbClr>
          </a:solidFill>
          <a:ln w="22225">
            <a:solidFill>
              <a:schemeClr val="tx1">
                <a:alpha val="9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924044-2BDB-44D2-ACE9-161B03224E8D}"/>
              </a:ext>
            </a:extLst>
          </p:cNvPr>
          <p:cNvSpPr/>
          <p:nvPr/>
        </p:nvSpPr>
        <p:spPr>
          <a:xfrm>
            <a:off x="140689" y="667482"/>
            <a:ext cx="972431" cy="951036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LLVM IR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Program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355F72-24A6-40C6-9B29-AAE14E8771BD}"/>
              </a:ext>
            </a:extLst>
          </p:cNvPr>
          <p:cNvSpPr/>
          <p:nvPr/>
        </p:nvSpPr>
        <p:spPr>
          <a:xfrm>
            <a:off x="1445955" y="667482"/>
            <a:ext cx="972431" cy="951036"/>
          </a:xfrm>
          <a:prstGeom prst="rect">
            <a:avLst/>
          </a:prstGeom>
          <a:solidFill>
            <a:srgbClr val="FDDF03">
              <a:alpha val="29804"/>
            </a:srgb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SE Engine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E47771-3C0E-4C4B-AAFB-23222126FEDF}"/>
              </a:ext>
            </a:extLst>
          </p:cNvPr>
          <p:cNvSpPr/>
          <p:nvPr/>
        </p:nvSpPr>
        <p:spPr>
          <a:xfrm>
            <a:off x="7140167" y="667482"/>
            <a:ext cx="972431" cy="951036"/>
          </a:xfrm>
          <a:prstGeom prst="rect">
            <a:avLst/>
          </a:prstGeom>
          <a:solidFill>
            <a:srgbClr val="3371D5">
              <a:alpha val="29804"/>
            </a:srgbClr>
          </a:solidFill>
          <a:ln w="22225">
            <a:solidFill>
              <a:schemeClr val="tx1">
                <a:alpha val="9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Proof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Assistant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5722CC-4B1B-41A7-B353-79F17FDF8CFE}"/>
              </a:ext>
            </a:extLst>
          </p:cNvPr>
          <p:cNvSpPr/>
          <p:nvPr/>
        </p:nvSpPr>
        <p:spPr>
          <a:xfrm>
            <a:off x="8681013" y="667482"/>
            <a:ext cx="1110687" cy="951036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Verification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Result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07CBA-4A74-4899-AF6E-9877238E61C5}"/>
              </a:ext>
            </a:extLst>
          </p:cNvPr>
          <p:cNvSpPr txBox="1"/>
          <p:nvPr/>
        </p:nvSpPr>
        <p:spPr>
          <a:xfrm>
            <a:off x="5116873" y="351635"/>
            <a:ext cx="12415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/>
              <a:t>Theoretical</a:t>
            </a:r>
          </a:p>
          <a:p>
            <a:pPr algn="r"/>
            <a:r>
              <a:rPr lang="en-US" sz="1600" b="1" dirty="0"/>
              <a:t>Framework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C7D4AF-9474-4D3F-92C3-245CCEDB7908}"/>
              </a:ext>
            </a:extLst>
          </p:cNvPr>
          <p:cNvCxnSpPr>
            <a:cxnSpLocks/>
            <a:stCxn id="50" idx="3"/>
            <a:endCxn id="15" idx="1"/>
          </p:cNvCxnSpPr>
          <p:nvPr/>
        </p:nvCxnSpPr>
        <p:spPr>
          <a:xfrm>
            <a:off x="6555556" y="1141304"/>
            <a:ext cx="584611" cy="169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B26E574-9F94-43B6-A99D-9F69F7135412}"/>
              </a:ext>
            </a:extLst>
          </p:cNvPr>
          <p:cNvSpPr txBox="1"/>
          <p:nvPr/>
        </p:nvSpPr>
        <p:spPr>
          <a:xfrm>
            <a:off x="2530402" y="810821"/>
            <a:ext cx="940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generates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3E51023-DC7A-4ADD-A21C-47AB4242D018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>
            <a:off x="1113120" y="1143000"/>
            <a:ext cx="332835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343AF04-1674-41A5-89C9-AED6D3A4D19B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8112598" y="1143000"/>
            <a:ext cx="568415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8ADE6F-6F6C-4DC4-A9A1-262B72C6C40A}"/>
              </a:ext>
            </a:extLst>
          </p:cNvPr>
          <p:cNvSpPr txBox="1"/>
          <p:nvPr/>
        </p:nvSpPr>
        <p:spPr>
          <a:xfrm>
            <a:off x="3707770" y="1344150"/>
            <a:ext cx="922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Proof</a:t>
            </a:r>
          </a:p>
          <a:p>
            <a:r>
              <a:rPr lang="en-US" sz="1600" b="1" dirty="0"/>
              <a:t>Script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AC7E381-50CC-4187-9E78-29C11C5D2E77}"/>
              </a:ext>
            </a:extLst>
          </p:cNvPr>
          <p:cNvCxnSpPr>
            <a:cxnSpLocks/>
            <a:stCxn id="14" idx="3"/>
            <a:endCxn id="4" idx="1"/>
          </p:cNvCxnSpPr>
          <p:nvPr/>
        </p:nvCxnSpPr>
        <p:spPr>
          <a:xfrm>
            <a:off x="2418386" y="1143000"/>
            <a:ext cx="1232372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A9298D8-BAAB-4083-9020-AE1855436146}"/>
              </a:ext>
            </a:extLst>
          </p:cNvPr>
          <p:cNvCxnSpPr>
            <a:cxnSpLocks/>
            <a:endCxn id="36" idx="5"/>
          </p:cNvCxnSpPr>
          <p:nvPr/>
        </p:nvCxnSpPr>
        <p:spPr>
          <a:xfrm flipV="1">
            <a:off x="5082966" y="1143000"/>
            <a:ext cx="303667" cy="34290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A704AF6-13D0-48ED-9C6B-FACD29F64122}"/>
              </a:ext>
            </a:extLst>
          </p:cNvPr>
          <p:cNvSpPr txBox="1"/>
          <p:nvPr/>
        </p:nvSpPr>
        <p:spPr>
          <a:xfrm rot="18728327">
            <a:off x="4834078" y="1087687"/>
            <a:ext cx="5708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uses</a:t>
            </a:r>
          </a:p>
        </p:txBody>
      </p:sp>
    </p:spTree>
    <p:extLst>
      <p:ext uri="{BB962C8B-B14F-4D97-AF65-F5344CB8AC3E}">
        <p14:creationId xmlns:p14="http://schemas.microsoft.com/office/powerpoint/2010/main" val="2045650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844AD0E-E754-4310-8C91-FCB8F64D9E76}"/>
              </a:ext>
            </a:extLst>
          </p:cNvPr>
          <p:cNvSpPr/>
          <p:nvPr/>
        </p:nvSpPr>
        <p:spPr>
          <a:xfrm>
            <a:off x="4203703" y="611916"/>
            <a:ext cx="1650999" cy="1136067"/>
          </a:xfrm>
          <a:prstGeom prst="rect">
            <a:avLst/>
          </a:prstGeom>
          <a:solidFill>
            <a:schemeClr val="bg2">
              <a:lumMod val="25000"/>
              <a:alpha val="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400" tIns="12700" rIns="25400" bIns="127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3786142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6572</TotalTime>
  <Words>53</Words>
  <Application>Microsoft Office PowerPoint</Application>
  <PresentationFormat>Custom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38</cp:revision>
  <dcterms:created xsi:type="dcterms:W3CDTF">2026-05-28T22:06:48Z</dcterms:created>
  <dcterms:modified xsi:type="dcterms:W3CDTF">2026-06-20T00:02:31Z</dcterms:modified>
</cp:coreProperties>
</file>