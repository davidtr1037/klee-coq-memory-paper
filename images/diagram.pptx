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04" r:id="rId1"/>
  </p:sldMasterIdLst>
  <p:sldIdLst>
    <p:sldId id="257" r:id="rId2"/>
    <p:sldId id="258" r:id="rId3"/>
    <p:sldId id="260" r:id="rId4"/>
    <p:sldId id="261" r:id="rId5"/>
    <p:sldId id="259" r:id="rId6"/>
  </p:sldIdLst>
  <p:sldSz cx="10058400" cy="2286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71D5"/>
    <a:srgbClr val="3553D3"/>
    <a:srgbClr val="FDDF03"/>
    <a:srgbClr val="EDE31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5" d="100"/>
          <a:sy n="125" d="100"/>
        </p:scale>
        <p:origin x="114" y="15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257300" y="374121"/>
            <a:ext cx="7543800" cy="795867"/>
          </a:xfrm>
        </p:spPr>
        <p:txBody>
          <a:bodyPr anchor="b"/>
          <a:lstStyle>
            <a:lvl1pPr algn="ctr"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57300" y="1200679"/>
            <a:ext cx="7543800" cy="551921"/>
          </a:xfrm>
        </p:spPr>
        <p:txBody>
          <a:bodyPr/>
          <a:lstStyle>
            <a:lvl1pPr marL="0" indent="0" algn="ctr">
              <a:buNone/>
              <a:defRPr sz="800"/>
            </a:lvl1pPr>
            <a:lvl2pPr marL="152385" indent="0" algn="ctr">
              <a:buNone/>
              <a:defRPr sz="667"/>
            </a:lvl2pPr>
            <a:lvl3pPr marL="304770" indent="0" algn="ctr">
              <a:buNone/>
              <a:defRPr sz="600"/>
            </a:lvl3pPr>
            <a:lvl4pPr marL="457154" indent="0" algn="ctr">
              <a:buNone/>
              <a:defRPr sz="533"/>
            </a:lvl4pPr>
            <a:lvl5pPr marL="609539" indent="0" algn="ctr">
              <a:buNone/>
              <a:defRPr sz="533"/>
            </a:lvl5pPr>
            <a:lvl6pPr marL="761924" indent="0" algn="ctr">
              <a:buNone/>
              <a:defRPr sz="533"/>
            </a:lvl6pPr>
            <a:lvl7pPr marL="914309" indent="0" algn="ctr">
              <a:buNone/>
              <a:defRPr sz="533"/>
            </a:lvl7pPr>
            <a:lvl8pPr marL="1066693" indent="0" algn="ctr">
              <a:buNone/>
              <a:defRPr sz="533"/>
            </a:lvl8pPr>
            <a:lvl9pPr marL="1219078" indent="0" algn="ctr">
              <a:buNone/>
              <a:defRPr sz="533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16130-5E25-47D4-A299-838FA4625973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A510F-2A0A-4F15-9C22-219DB5FB73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43928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16130-5E25-47D4-A299-838FA4625973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A510F-2A0A-4F15-9C22-219DB5FB73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31372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6276" y="569913"/>
            <a:ext cx="8675370" cy="950912"/>
          </a:xfrm>
        </p:spPr>
        <p:txBody>
          <a:bodyPr anchor="b"/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6276" y="1529821"/>
            <a:ext cx="8675370" cy="500062"/>
          </a:xfrm>
        </p:spPr>
        <p:txBody>
          <a:bodyPr/>
          <a:lstStyle>
            <a:lvl1pPr marL="0" indent="0">
              <a:buNone/>
              <a:defRPr sz="800">
                <a:solidFill>
                  <a:schemeClr val="tx1">
                    <a:tint val="75000"/>
                  </a:schemeClr>
                </a:solidFill>
              </a:defRPr>
            </a:lvl1pPr>
            <a:lvl2pPr marL="152385" indent="0">
              <a:buNone/>
              <a:defRPr sz="667">
                <a:solidFill>
                  <a:schemeClr val="tx1">
                    <a:tint val="75000"/>
                  </a:schemeClr>
                </a:solidFill>
              </a:defRPr>
            </a:lvl2pPr>
            <a:lvl3pPr marL="304770" indent="0">
              <a:buNone/>
              <a:defRPr sz="600">
                <a:solidFill>
                  <a:schemeClr val="tx1">
                    <a:tint val="75000"/>
                  </a:schemeClr>
                </a:solidFill>
              </a:defRPr>
            </a:lvl3pPr>
            <a:lvl4pPr marL="457154" indent="0">
              <a:buNone/>
              <a:defRPr sz="533">
                <a:solidFill>
                  <a:schemeClr val="tx1">
                    <a:tint val="75000"/>
                  </a:schemeClr>
                </a:solidFill>
              </a:defRPr>
            </a:lvl4pPr>
            <a:lvl5pPr marL="609539" indent="0">
              <a:buNone/>
              <a:defRPr sz="533">
                <a:solidFill>
                  <a:schemeClr val="tx1">
                    <a:tint val="75000"/>
                  </a:schemeClr>
                </a:solidFill>
              </a:defRPr>
            </a:lvl5pPr>
            <a:lvl6pPr marL="761924" indent="0">
              <a:buNone/>
              <a:defRPr sz="533">
                <a:solidFill>
                  <a:schemeClr val="tx1">
                    <a:tint val="75000"/>
                  </a:schemeClr>
                </a:solidFill>
              </a:defRPr>
            </a:lvl6pPr>
            <a:lvl7pPr marL="914309" indent="0">
              <a:buNone/>
              <a:defRPr sz="533">
                <a:solidFill>
                  <a:schemeClr val="tx1">
                    <a:tint val="75000"/>
                  </a:schemeClr>
                </a:solidFill>
              </a:defRPr>
            </a:lvl7pPr>
            <a:lvl8pPr marL="1066693" indent="0">
              <a:buNone/>
              <a:defRPr sz="533">
                <a:solidFill>
                  <a:schemeClr val="tx1">
                    <a:tint val="75000"/>
                  </a:schemeClr>
                </a:solidFill>
              </a:defRPr>
            </a:lvl8pPr>
            <a:lvl9pPr marL="1219078" indent="0">
              <a:buNone/>
              <a:defRPr sz="533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16130-5E25-47D4-A299-838FA4625973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A510F-2A0A-4F15-9C22-219DB5FB73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04326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91515" y="608542"/>
            <a:ext cx="4274820" cy="145044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92065" y="608542"/>
            <a:ext cx="4274820" cy="145044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16130-5E25-47D4-A299-838FA4625973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A510F-2A0A-4F15-9C22-219DB5FB73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59726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2825" y="121709"/>
            <a:ext cx="8675370" cy="44185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92826" y="560388"/>
            <a:ext cx="4255174" cy="274637"/>
          </a:xfrm>
        </p:spPr>
        <p:txBody>
          <a:bodyPr anchor="b"/>
          <a:lstStyle>
            <a:lvl1pPr marL="0" indent="0">
              <a:buNone/>
              <a:defRPr sz="800" b="1"/>
            </a:lvl1pPr>
            <a:lvl2pPr marL="152385" indent="0">
              <a:buNone/>
              <a:defRPr sz="667" b="1"/>
            </a:lvl2pPr>
            <a:lvl3pPr marL="304770" indent="0">
              <a:buNone/>
              <a:defRPr sz="600" b="1"/>
            </a:lvl3pPr>
            <a:lvl4pPr marL="457154" indent="0">
              <a:buNone/>
              <a:defRPr sz="533" b="1"/>
            </a:lvl4pPr>
            <a:lvl5pPr marL="609539" indent="0">
              <a:buNone/>
              <a:defRPr sz="533" b="1"/>
            </a:lvl5pPr>
            <a:lvl6pPr marL="761924" indent="0">
              <a:buNone/>
              <a:defRPr sz="533" b="1"/>
            </a:lvl6pPr>
            <a:lvl7pPr marL="914309" indent="0">
              <a:buNone/>
              <a:defRPr sz="533" b="1"/>
            </a:lvl7pPr>
            <a:lvl8pPr marL="1066693" indent="0">
              <a:buNone/>
              <a:defRPr sz="533" b="1"/>
            </a:lvl8pPr>
            <a:lvl9pPr marL="1219078" indent="0">
              <a:buNone/>
              <a:defRPr sz="533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92826" y="835025"/>
            <a:ext cx="4255174" cy="122819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92065" y="560388"/>
            <a:ext cx="4276130" cy="274637"/>
          </a:xfrm>
        </p:spPr>
        <p:txBody>
          <a:bodyPr anchor="b"/>
          <a:lstStyle>
            <a:lvl1pPr marL="0" indent="0">
              <a:buNone/>
              <a:defRPr sz="800" b="1"/>
            </a:lvl1pPr>
            <a:lvl2pPr marL="152385" indent="0">
              <a:buNone/>
              <a:defRPr sz="667" b="1"/>
            </a:lvl2pPr>
            <a:lvl3pPr marL="304770" indent="0">
              <a:buNone/>
              <a:defRPr sz="600" b="1"/>
            </a:lvl3pPr>
            <a:lvl4pPr marL="457154" indent="0">
              <a:buNone/>
              <a:defRPr sz="533" b="1"/>
            </a:lvl4pPr>
            <a:lvl5pPr marL="609539" indent="0">
              <a:buNone/>
              <a:defRPr sz="533" b="1"/>
            </a:lvl5pPr>
            <a:lvl6pPr marL="761924" indent="0">
              <a:buNone/>
              <a:defRPr sz="533" b="1"/>
            </a:lvl6pPr>
            <a:lvl7pPr marL="914309" indent="0">
              <a:buNone/>
              <a:defRPr sz="533" b="1"/>
            </a:lvl7pPr>
            <a:lvl8pPr marL="1066693" indent="0">
              <a:buNone/>
              <a:defRPr sz="533" b="1"/>
            </a:lvl8pPr>
            <a:lvl9pPr marL="1219078" indent="0">
              <a:buNone/>
              <a:defRPr sz="533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92065" y="835025"/>
            <a:ext cx="4276130" cy="122819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16130-5E25-47D4-A299-838FA4625973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A510F-2A0A-4F15-9C22-219DB5FB73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74605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16130-5E25-47D4-A299-838FA4625973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A510F-2A0A-4F15-9C22-219DB5FB73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9146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16130-5E25-47D4-A299-838FA4625973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A510F-2A0A-4F15-9C22-219DB5FB73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1883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2825" y="152400"/>
            <a:ext cx="3244096" cy="533400"/>
          </a:xfrm>
        </p:spPr>
        <p:txBody>
          <a:bodyPr anchor="b"/>
          <a:lstStyle>
            <a:lvl1pPr>
              <a:defRPr sz="10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76130" y="329142"/>
            <a:ext cx="5092065" cy="1624542"/>
          </a:xfrm>
        </p:spPr>
        <p:txBody>
          <a:bodyPr/>
          <a:lstStyle>
            <a:lvl1pPr>
              <a:defRPr sz="1067"/>
            </a:lvl1pPr>
            <a:lvl2pPr>
              <a:defRPr sz="933"/>
            </a:lvl2pPr>
            <a:lvl3pPr>
              <a:defRPr sz="800"/>
            </a:lvl3pPr>
            <a:lvl4pPr>
              <a:defRPr sz="667"/>
            </a:lvl4pPr>
            <a:lvl5pPr>
              <a:defRPr sz="667"/>
            </a:lvl5pPr>
            <a:lvl6pPr>
              <a:defRPr sz="667"/>
            </a:lvl6pPr>
            <a:lvl7pPr>
              <a:defRPr sz="667"/>
            </a:lvl7pPr>
            <a:lvl8pPr>
              <a:defRPr sz="667"/>
            </a:lvl8pPr>
            <a:lvl9pPr>
              <a:defRPr sz="667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92825" y="685800"/>
            <a:ext cx="3244096" cy="1270529"/>
          </a:xfrm>
        </p:spPr>
        <p:txBody>
          <a:bodyPr/>
          <a:lstStyle>
            <a:lvl1pPr marL="0" indent="0">
              <a:buNone/>
              <a:defRPr sz="533"/>
            </a:lvl1pPr>
            <a:lvl2pPr marL="152385" indent="0">
              <a:buNone/>
              <a:defRPr sz="467"/>
            </a:lvl2pPr>
            <a:lvl3pPr marL="304770" indent="0">
              <a:buNone/>
              <a:defRPr sz="400"/>
            </a:lvl3pPr>
            <a:lvl4pPr marL="457154" indent="0">
              <a:buNone/>
              <a:defRPr sz="333"/>
            </a:lvl4pPr>
            <a:lvl5pPr marL="609539" indent="0">
              <a:buNone/>
              <a:defRPr sz="333"/>
            </a:lvl5pPr>
            <a:lvl6pPr marL="761924" indent="0">
              <a:buNone/>
              <a:defRPr sz="333"/>
            </a:lvl6pPr>
            <a:lvl7pPr marL="914309" indent="0">
              <a:buNone/>
              <a:defRPr sz="333"/>
            </a:lvl7pPr>
            <a:lvl8pPr marL="1066693" indent="0">
              <a:buNone/>
              <a:defRPr sz="333"/>
            </a:lvl8pPr>
            <a:lvl9pPr marL="1219078" indent="0">
              <a:buNone/>
              <a:defRPr sz="333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16130-5E25-47D4-A299-838FA4625973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A510F-2A0A-4F15-9C22-219DB5FB73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8669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2825" y="152400"/>
            <a:ext cx="3244096" cy="533400"/>
          </a:xfrm>
        </p:spPr>
        <p:txBody>
          <a:bodyPr anchor="b"/>
          <a:lstStyle>
            <a:lvl1pPr>
              <a:defRPr sz="1067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76130" y="329142"/>
            <a:ext cx="5092065" cy="1624542"/>
          </a:xfrm>
        </p:spPr>
        <p:txBody>
          <a:bodyPr anchor="t"/>
          <a:lstStyle>
            <a:lvl1pPr marL="0" indent="0">
              <a:buNone/>
              <a:defRPr sz="1067"/>
            </a:lvl1pPr>
            <a:lvl2pPr marL="152385" indent="0">
              <a:buNone/>
              <a:defRPr sz="933"/>
            </a:lvl2pPr>
            <a:lvl3pPr marL="304770" indent="0">
              <a:buNone/>
              <a:defRPr sz="800"/>
            </a:lvl3pPr>
            <a:lvl4pPr marL="457154" indent="0">
              <a:buNone/>
              <a:defRPr sz="667"/>
            </a:lvl4pPr>
            <a:lvl5pPr marL="609539" indent="0">
              <a:buNone/>
              <a:defRPr sz="667"/>
            </a:lvl5pPr>
            <a:lvl6pPr marL="761924" indent="0">
              <a:buNone/>
              <a:defRPr sz="667"/>
            </a:lvl6pPr>
            <a:lvl7pPr marL="914309" indent="0">
              <a:buNone/>
              <a:defRPr sz="667"/>
            </a:lvl7pPr>
            <a:lvl8pPr marL="1066693" indent="0">
              <a:buNone/>
              <a:defRPr sz="667"/>
            </a:lvl8pPr>
            <a:lvl9pPr marL="1219078" indent="0">
              <a:buNone/>
              <a:defRPr sz="667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92825" y="685800"/>
            <a:ext cx="3244096" cy="1270529"/>
          </a:xfrm>
        </p:spPr>
        <p:txBody>
          <a:bodyPr/>
          <a:lstStyle>
            <a:lvl1pPr marL="0" indent="0">
              <a:buNone/>
              <a:defRPr sz="533"/>
            </a:lvl1pPr>
            <a:lvl2pPr marL="152385" indent="0">
              <a:buNone/>
              <a:defRPr sz="467"/>
            </a:lvl2pPr>
            <a:lvl3pPr marL="304770" indent="0">
              <a:buNone/>
              <a:defRPr sz="400"/>
            </a:lvl3pPr>
            <a:lvl4pPr marL="457154" indent="0">
              <a:buNone/>
              <a:defRPr sz="333"/>
            </a:lvl4pPr>
            <a:lvl5pPr marL="609539" indent="0">
              <a:buNone/>
              <a:defRPr sz="333"/>
            </a:lvl5pPr>
            <a:lvl6pPr marL="761924" indent="0">
              <a:buNone/>
              <a:defRPr sz="333"/>
            </a:lvl6pPr>
            <a:lvl7pPr marL="914309" indent="0">
              <a:buNone/>
              <a:defRPr sz="333"/>
            </a:lvl7pPr>
            <a:lvl8pPr marL="1066693" indent="0">
              <a:buNone/>
              <a:defRPr sz="333"/>
            </a:lvl8pPr>
            <a:lvl9pPr marL="1219078" indent="0">
              <a:buNone/>
              <a:defRPr sz="333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16130-5E25-47D4-A299-838FA4625973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A510F-2A0A-4F15-9C22-219DB5FB73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15506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16130-5E25-47D4-A299-838FA4625973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A510F-2A0A-4F15-9C22-219DB5FB73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49460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198042" y="121709"/>
            <a:ext cx="2168843" cy="193727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91515" y="121709"/>
            <a:ext cx="6380798" cy="1937279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A16130-5E25-47D4-A299-838FA4625973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A510F-2A0A-4F15-9C22-219DB5FB73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21988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91515" y="121709"/>
            <a:ext cx="8675370" cy="44185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91515" y="608542"/>
            <a:ext cx="8675370" cy="14504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91515" y="2118784"/>
            <a:ext cx="2263140" cy="1217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A16130-5E25-47D4-A299-838FA4625973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31845" y="2118784"/>
            <a:ext cx="3394710" cy="1217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103745" y="2118784"/>
            <a:ext cx="2263140" cy="12170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4A510F-2A0A-4F15-9C22-219DB5FB73C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4520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5" r:id="rId1"/>
    <p:sldLayoutId id="2147483806" r:id="rId2"/>
    <p:sldLayoutId id="2147483807" r:id="rId3"/>
    <p:sldLayoutId id="2147483808" r:id="rId4"/>
    <p:sldLayoutId id="2147483809" r:id="rId5"/>
    <p:sldLayoutId id="2147483810" r:id="rId6"/>
    <p:sldLayoutId id="2147483811" r:id="rId7"/>
    <p:sldLayoutId id="2147483812" r:id="rId8"/>
    <p:sldLayoutId id="2147483813" r:id="rId9"/>
    <p:sldLayoutId id="2147483814" r:id="rId10"/>
    <p:sldLayoutId id="2147483815" r:id="rId11"/>
  </p:sldLayoutIdLst>
  <p:txStyles>
    <p:titleStyle>
      <a:lvl1pPr algn="l" defTabSz="304770" rtl="0" eaLnBrk="1" latinLnBrk="0" hangingPunct="1">
        <a:lnSpc>
          <a:spcPct val="90000"/>
        </a:lnSpc>
        <a:spcBef>
          <a:spcPct val="0"/>
        </a:spcBef>
        <a:buNone/>
        <a:defRPr sz="14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76192" indent="-76192" algn="l" defTabSz="304770" rtl="0" eaLnBrk="1" latinLnBrk="0" hangingPunct="1">
        <a:lnSpc>
          <a:spcPct val="90000"/>
        </a:lnSpc>
        <a:spcBef>
          <a:spcPts val="333"/>
        </a:spcBef>
        <a:buFont typeface="Arial" panose="020B0604020202020204" pitchFamily="34" charset="0"/>
        <a:buChar char="•"/>
        <a:defRPr sz="933" kern="1200">
          <a:solidFill>
            <a:schemeClr val="tx1"/>
          </a:solidFill>
          <a:latin typeface="+mn-lt"/>
          <a:ea typeface="+mn-ea"/>
          <a:cs typeface="+mn-cs"/>
        </a:defRPr>
      </a:lvl1pPr>
      <a:lvl2pPr marL="228577" indent="-76192" algn="l" defTabSz="304770" rtl="0" eaLnBrk="1" latinLnBrk="0" hangingPunct="1">
        <a:lnSpc>
          <a:spcPct val="90000"/>
        </a:lnSpc>
        <a:spcBef>
          <a:spcPts val="167"/>
        </a:spcBef>
        <a:buFont typeface="Arial" panose="020B0604020202020204" pitchFamily="34" charset="0"/>
        <a:buChar char="•"/>
        <a:defRPr sz="800" kern="1200">
          <a:solidFill>
            <a:schemeClr val="tx1"/>
          </a:solidFill>
          <a:latin typeface="+mn-lt"/>
          <a:ea typeface="+mn-ea"/>
          <a:cs typeface="+mn-cs"/>
        </a:defRPr>
      </a:lvl2pPr>
      <a:lvl3pPr marL="380962" indent="-76192" algn="l" defTabSz="304770" rtl="0" eaLnBrk="1" latinLnBrk="0" hangingPunct="1">
        <a:lnSpc>
          <a:spcPct val="90000"/>
        </a:lnSpc>
        <a:spcBef>
          <a:spcPts val="167"/>
        </a:spcBef>
        <a:buFont typeface="Arial" panose="020B0604020202020204" pitchFamily="34" charset="0"/>
        <a:buChar char="•"/>
        <a:defRPr sz="667" kern="1200">
          <a:solidFill>
            <a:schemeClr val="tx1"/>
          </a:solidFill>
          <a:latin typeface="+mn-lt"/>
          <a:ea typeface="+mn-ea"/>
          <a:cs typeface="+mn-cs"/>
        </a:defRPr>
      </a:lvl3pPr>
      <a:lvl4pPr marL="533347" indent="-76192" algn="l" defTabSz="304770" rtl="0" eaLnBrk="1" latinLnBrk="0" hangingPunct="1">
        <a:lnSpc>
          <a:spcPct val="90000"/>
        </a:lnSpc>
        <a:spcBef>
          <a:spcPts val="167"/>
        </a:spcBef>
        <a:buFont typeface="Arial" panose="020B0604020202020204" pitchFamily="34" charset="0"/>
        <a:buChar char="•"/>
        <a:defRPr sz="600" kern="1200">
          <a:solidFill>
            <a:schemeClr val="tx1"/>
          </a:solidFill>
          <a:latin typeface="+mn-lt"/>
          <a:ea typeface="+mn-ea"/>
          <a:cs typeface="+mn-cs"/>
        </a:defRPr>
      </a:lvl4pPr>
      <a:lvl5pPr marL="685731" indent="-76192" algn="l" defTabSz="304770" rtl="0" eaLnBrk="1" latinLnBrk="0" hangingPunct="1">
        <a:lnSpc>
          <a:spcPct val="90000"/>
        </a:lnSpc>
        <a:spcBef>
          <a:spcPts val="167"/>
        </a:spcBef>
        <a:buFont typeface="Arial" panose="020B0604020202020204" pitchFamily="34" charset="0"/>
        <a:buChar char="•"/>
        <a:defRPr sz="600" kern="1200">
          <a:solidFill>
            <a:schemeClr val="tx1"/>
          </a:solidFill>
          <a:latin typeface="+mn-lt"/>
          <a:ea typeface="+mn-ea"/>
          <a:cs typeface="+mn-cs"/>
        </a:defRPr>
      </a:lvl5pPr>
      <a:lvl6pPr marL="838116" indent="-76192" algn="l" defTabSz="304770" rtl="0" eaLnBrk="1" latinLnBrk="0" hangingPunct="1">
        <a:lnSpc>
          <a:spcPct val="90000"/>
        </a:lnSpc>
        <a:spcBef>
          <a:spcPts val="167"/>
        </a:spcBef>
        <a:buFont typeface="Arial" panose="020B0604020202020204" pitchFamily="34" charset="0"/>
        <a:buChar char="•"/>
        <a:defRPr sz="600" kern="1200">
          <a:solidFill>
            <a:schemeClr val="tx1"/>
          </a:solidFill>
          <a:latin typeface="+mn-lt"/>
          <a:ea typeface="+mn-ea"/>
          <a:cs typeface="+mn-cs"/>
        </a:defRPr>
      </a:lvl6pPr>
      <a:lvl7pPr marL="990501" indent="-76192" algn="l" defTabSz="304770" rtl="0" eaLnBrk="1" latinLnBrk="0" hangingPunct="1">
        <a:lnSpc>
          <a:spcPct val="90000"/>
        </a:lnSpc>
        <a:spcBef>
          <a:spcPts val="167"/>
        </a:spcBef>
        <a:buFont typeface="Arial" panose="020B0604020202020204" pitchFamily="34" charset="0"/>
        <a:buChar char="•"/>
        <a:defRPr sz="600" kern="1200">
          <a:solidFill>
            <a:schemeClr val="tx1"/>
          </a:solidFill>
          <a:latin typeface="+mn-lt"/>
          <a:ea typeface="+mn-ea"/>
          <a:cs typeface="+mn-cs"/>
        </a:defRPr>
      </a:lvl7pPr>
      <a:lvl8pPr marL="1142886" indent="-76192" algn="l" defTabSz="304770" rtl="0" eaLnBrk="1" latinLnBrk="0" hangingPunct="1">
        <a:lnSpc>
          <a:spcPct val="90000"/>
        </a:lnSpc>
        <a:spcBef>
          <a:spcPts val="167"/>
        </a:spcBef>
        <a:buFont typeface="Arial" panose="020B0604020202020204" pitchFamily="34" charset="0"/>
        <a:buChar char="•"/>
        <a:defRPr sz="600" kern="1200">
          <a:solidFill>
            <a:schemeClr val="tx1"/>
          </a:solidFill>
          <a:latin typeface="+mn-lt"/>
          <a:ea typeface="+mn-ea"/>
          <a:cs typeface="+mn-cs"/>
        </a:defRPr>
      </a:lvl8pPr>
      <a:lvl9pPr marL="1295270" indent="-76192" algn="l" defTabSz="304770" rtl="0" eaLnBrk="1" latinLnBrk="0" hangingPunct="1">
        <a:lnSpc>
          <a:spcPct val="90000"/>
        </a:lnSpc>
        <a:spcBef>
          <a:spcPts val="167"/>
        </a:spcBef>
        <a:buFont typeface="Arial" panose="020B0604020202020204" pitchFamily="34" charset="0"/>
        <a:buChar char="•"/>
        <a:defRPr sz="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04770" rtl="0" eaLnBrk="1" latinLnBrk="0" hangingPunct="1">
        <a:defRPr sz="600" kern="1200">
          <a:solidFill>
            <a:schemeClr val="tx1"/>
          </a:solidFill>
          <a:latin typeface="+mn-lt"/>
          <a:ea typeface="+mn-ea"/>
          <a:cs typeface="+mn-cs"/>
        </a:defRPr>
      </a:lvl1pPr>
      <a:lvl2pPr marL="152385" algn="l" defTabSz="304770" rtl="0" eaLnBrk="1" latinLnBrk="0" hangingPunct="1">
        <a:defRPr sz="600" kern="1200">
          <a:solidFill>
            <a:schemeClr val="tx1"/>
          </a:solidFill>
          <a:latin typeface="+mn-lt"/>
          <a:ea typeface="+mn-ea"/>
          <a:cs typeface="+mn-cs"/>
        </a:defRPr>
      </a:lvl2pPr>
      <a:lvl3pPr marL="304770" algn="l" defTabSz="304770" rtl="0" eaLnBrk="1" latinLnBrk="0" hangingPunct="1">
        <a:defRPr sz="600" kern="1200">
          <a:solidFill>
            <a:schemeClr val="tx1"/>
          </a:solidFill>
          <a:latin typeface="+mn-lt"/>
          <a:ea typeface="+mn-ea"/>
          <a:cs typeface="+mn-cs"/>
        </a:defRPr>
      </a:lvl3pPr>
      <a:lvl4pPr marL="457154" algn="l" defTabSz="304770" rtl="0" eaLnBrk="1" latinLnBrk="0" hangingPunct="1">
        <a:defRPr sz="600" kern="1200">
          <a:solidFill>
            <a:schemeClr val="tx1"/>
          </a:solidFill>
          <a:latin typeface="+mn-lt"/>
          <a:ea typeface="+mn-ea"/>
          <a:cs typeface="+mn-cs"/>
        </a:defRPr>
      </a:lvl4pPr>
      <a:lvl5pPr marL="609539" algn="l" defTabSz="304770" rtl="0" eaLnBrk="1" latinLnBrk="0" hangingPunct="1">
        <a:defRPr sz="600" kern="1200">
          <a:solidFill>
            <a:schemeClr val="tx1"/>
          </a:solidFill>
          <a:latin typeface="+mn-lt"/>
          <a:ea typeface="+mn-ea"/>
          <a:cs typeface="+mn-cs"/>
        </a:defRPr>
      </a:lvl5pPr>
      <a:lvl6pPr marL="761924" algn="l" defTabSz="304770" rtl="0" eaLnBrk="1" latinLnBrk="0" hangingPunct="1">
        <a:defRPr sz="600" kern="1200">
          <a:solidFill>
            <a:schemeClr val="tx1"/>
          </a:solidFill>
          <a:latin typeface="+mn-lt"/>
          <a:ea typeface="+mn-ea"/>
          <a:cs typeface="+mn-cs"/>
        </a:defRPr>
      </a:lvl6pPr>
      <a:lvl7pPr marL="914309" algn="l" defTabSz="304770" rtl="0" eaLnBrk="1" latinLnBrk="0" hangingPunct="1">
        <a:defRPr sz="600" kern="1200">
          <a:solidFill>
            <a:schemeClr val="tx1"/>
          </a:solidFill>
          <a:latin typeface="+mn-lt"/>
          <a:ea typeface="+mn-ea"/>
          <a:cs typeface="+mn-cs"/>
        </a:defRPr>
      </a:lvl7pPr>
      <a:lvl8pPr marL="1066693" algn="l" defTabSz="304770" rtl="0" eaLnBrk="1" latinLnBrk="0" hangingPunct="1">
        <a:defRPr sz="600" kern="1200">
          <a:solidFill>
            <a:schemeClr val="tx1"/>
          </a:solidFill>
          <a:latin typeface="+mn-lt"/>
          <a:ea typeface="+mn-ea"/>
          <a:cs typeface="+mn-cs"/>
        </a:defRPr>
      </a:lvl8pPr>
      <a:lvl9pPr marL="1219078" algn="l" defTabSz="304770" rtl="0" eaLnBrk="1" latinLnBrk="0" hangingPunct="1">
        <a:defRPr sz="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7924044-2BDB-44D2-ACE9-161B03224E8D}"/>
              </a:ext>
            </a:extLst>
          </p:cNvPr>
          <p:cNvSpPr/>
          <p:nvPr/>
        </p:nvSpPr>
        <p:spPr>
          <a:xfrm>
            <a:off x="3611420" y="616530"/>
            <a:ext cx="471055" cy="339437"/>
          </a:xfrm>
          <a:prstGeom prst="rect">
            <a:avLst/>
          </a:prstGeom>
          <a:solidFill>
            <a:srgbClr val="7030A0">
              <a:alpha val="30000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5400" tIns="12700" rIns="25400" bIns="127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500" dirty="0">
                <a:solidFill>
                  <a:schemeClr val="tx1"/>
                </a:solidFill>
              </a:rPr>
              <a:t>LLVM IR</a:t>
            </a:r>
          </a:p>
          <a:p>
            <a:pPr algn="ctr"/>
            <a:r>
              <a:rPr lang="en-US" sz="500" dirty="0">
                <a:solidFill>
                  <a:schemeClr val="tx1"/>
                </a:solidFill>
              </a:rPr>
              <a:t>Program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9AD1F5A-91A8-4AFE-9928-651CFC6548B0}"/>
              </a:ext>
            </a:extLst>
          </p:cNvPr>
          <p:cNvSpPr/>
          <p:nvPr/>
        </p:nvSpPr>
        <p:spPr>
          <a:xfrm>
            <a:off x="4191773" y="594594"/>
            <a:ext cx="544945" cy="383309"/>
          </a:xfrm>
          <a:prstGeom prst="rect">
            <a:avLst/>
          </a:prstGeom>
          <a:solidFill>
            <a:srgbClr val="FDDF03">
              <a:alpha val="29804"/>
            </a:srgb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5400" tIns="12700" rIns="25400" bIns="127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500" dirty="0">
                <a:solidFill>
                  <a:schemeClr val="tx1"/>
                </a:solidFill>
              </a:rPr>
              <a:t>SE Engine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F18DC31B-8FAF-4796-A068-48E9FBC01E7D}"/>
              </a:ext>
            </a:extLst>
          </p:cNvPr>
          <p:cNvSpPr/>
          <p:nvPr/>
        </p:nvSpPr>
        <p:spPr>
          <a:xfrm>
            <a:off x="5012269" y="675797"/>
            <a:ext cx="544945" cy="383309"/>
          </a:xfrm>
          <a:prstGeom prst="rect">
            <a:avLst/>
          </a:prstGeom>
          <a:solidFill>
            <a:srgbClr val="3371D5">
              <a:alpha val="29804"/>
            </a:srgbClr>
          </a:solidFill>
          <a:ln>
            <a:solidFill>
              <a:schemeClr val="tx1">
                <a:alpha val="93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5400" tIns="12700" rIns="25400" bIns="127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500" dirty="0">
                <a:solidFill>
                  <a:schemeClr val="tx1"/>
                </a:solidFill>
              </a:rPr>
              <a:t>Proof Script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20E6DCC3-14A4-4537-98F6-3E354E907050}"/>
              </a:ext>
            </a:extLst>
          </p:cNvPr>
          <p:cNvSpPr/>
          <p:nvPr/>
        </p:nvSpPr>
        <p:spPr>
          <a:xfrm>
            <a:off x="5800439" y="675797"/>
            <a:ext cx="544945" cy="383309"/>
          </a:xfrm>
          <a:prstGeom prst="rect">
            <a:avLst/>
          </a:prstGeom>
          <a:solidFill>
            <a:srgbClr val="3371D5">
              <a:alpha val="29804"/>
            </a:srgbClr>
          </a:solidFill>
          <a:ln>
            <a:solidFill>
              <a:schemeClr val="tx1">
                <a:alpha val="93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5400" tIns="12700" rIns="25400" bIns="127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500" dirty="0">
                <a:solidFill>
                  <a:schemeClr val="tx1"/>
                </a:solidFill>
              </a:rPr>
              <a:t>Theoretical</a:t>
            </a:r>
          </a:p>
          <a:p>
            <a:pPr algn="ctr"/>
            <a:r>
              <a:rPr lang="en-US" sz="500" dirty="0">
                <a:solidFill>
                  <a:schemeClr val="tx1"/>
                </a:solidFill>
              </a:rPr>
              <a:t>Framework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ECF798E2-BCBB-4C83-8DAD-28B4CA242422}"/>
              </a:ext>
            </a:extLst>
          </p:cNvPr>
          <p:cNvSpPr/>
          <p:nvPr/>
        </p:nvSpPr>
        <p:spPr>
          <a:xfrm>
            <a:off x="4344941" y="1308104"/>
            <a:ext cx="544945" cy="383309"/>
          </a:xfrm>
          <a:prstGeom prst="rect">
            <a:avLst/>
          </a:prstGeom>
          <a:solidFill>
            <a:schemeClr val="accent6">
              <a:alpha val="3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5400" tIns="12700" rIns="25400" bIns="127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500" dirty="0">
                <a:solidFill>
                  <a:schemeClr val="tx1"/>
                </a:solidFill>
              </a:rPr>
              <a:t>Proof Assistant</a:t>
            </a:r>
          </a:p>
        </p:txBody>
      </p:sp>
    </p:spTree>
    <p:extLst>
      <p:ext uri="{BB962C8B-B14F-4D97-AF65-F5344CB8AC3E}">
        <p14:creationId xmlns:p14="http://schemas.microsoft.com/office/powerpoint/2010/main" val="17035065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74EECCD4-CF38-401E-AECF-93470F42A4BC}"/>
              </a:ext>
            </a:extLst>
          </p:cNvPr>
          <p:cNvSpPr/>
          <p:nvPr/>
        </p:nvSpPr>
        <p:spPr>
          <a:xfrm>
            <a:off x="4702660" y="528289"/>
            <a:ext cx="1650999" cy="1136067"/>
          </a:xfrm>
          <a:prstGeom prst="rect">
            <a:avLst/>
          </a:prstGeom>
          <a:solidFill>
            <a:schemeClr val="bg2">
              <a:lumMod val="25000"/>
              <a:alpha val="5000"/>
            </a:schemeClr>
          </a:solidFill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5400" tIns="12700" rIns="25400" bIns="127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50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7924044-2BDB-44D2-ACE9-161B03224E8D}"/>
              </a:ext>
            </a:extLst>
          </p:cNvPr>
          <p:cNvSpPr/>
          <p:nvPr/>
        </p:nvSpPr>
        <p:spPr>
          <a:xfrm>
            <a:off x="3734573" y="586512"/>
            <a:ext cx="544945" cy="383309"/>
          </a:xfrm>
          <a:prstGeom prst="rect">
            <a:avLst/>
          </a:prstGeom>
          <a:solidFill>
            <a:schemeClr val="bg2">
              <a:lumMod val="90000"/>
              <a:alpha val="3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5400" tIns="12700" rIns="25400" bIns="127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500" dirty="0">
                <a:solidFill>
                  <a:schemeClr val="tx1"/>
                </a:solidFill>
              </a:rPr>
              <a:t>LLVM IR</a:t>
            </a:r>
          </a:p>
          <a:p>
            <a:pPr algn="ctr"/>
            <a:r>
              <a:rPr lang="en-US" sz="500" dirty="0">
                <a:solidFill>
                  <a:schemeClr val="tx1"/>
                </a:solidFill>
              </a:rPr>
              <a:t>Program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9AD1F5A-91A8-4AFE-9928-651CFC6548B0}"/>
              </a:ext>
            </a:extLst>
          </p:cNvPr>
          <p:cNvSpPr/>
          <p:nvPr/>
        </p:nvSpPr>
        <p:spPr>
          <a:xfrm>
            <a:off x="3734573" y="1212277"/>
            <a:ext cx="544945" cy="383309"/>
          </a:xfrm>
          <a:prstGeom prst="rect">
            <a:avLst/>
          </a:prstGeom>
          <a:solidFill>
            <a:srgbClr val="FDDF03">
              <a:alpha val="29804"/>
            </a:srgb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5400" tIns="12700" rIns="25400" bIns="127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500" dirty="0">
                <a:solidFill>
                  <a:schemeClr val="tx1"/>
                </a:solidFill>
              </a:rPr>
              <a:t>SE Engine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F18DC31B-8FAF-4796-A068-48E9FBC01E7D}"/>
              </a:ext>
            </a:extLst>
          </p:cNvPr>
          <p:cNvSpPr/>
          <p:nvPr/>
        </p:nvSpPr>
        <p:spPr>
          <a:xfrm>
            <a:off x="4756731" y="1212277"/>
            <a:ext cx="544945" cy="383309"/>
          </a:xfrm>
          <a:prstGeom prst="rect">
            <a:avLst/>
          </a:prstGeom>
          <a:solidFill>
            <a:srgbClr val="3371D5">
              <a:alpha val="29804"/>
            </a:srgbClr>
          </a:solidFill>
          <a:ln w="22225">
            <a:solidFill>
              <a:schemeClr val="tx1">
                <a:alpha val="93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5400" tIns="12700" rIns="25400" bIns="127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500" dirty="0">
                <a:solidFill>
                  <a:schemeClr val="tx1"/>
                </a:solidFill>
              </a:rPr>
              <a:t>Proof Script</a:t>
            </a:r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20E6DCC3-14A4-4537-98F6-3E354E907050}"/>
              </a:ext>
            </a:extLst>
          </p:cNvPr>
          <p:cNvSpPr/>
          <p:nvPr/>
        </p:nvSpPr>
        <p:spPr>
          <a:xfrm>
            <a:off x="4756729" y="586511"/>
            <a:ext cx="544945" cy="383309"/>
          </a:xfrm>
          <a:prstGeom prst="rect">
            <a:avLst/>
          </a:prstGeom>
          <a:solidFill>
            <a:srgbClr val="3371D5">
              <a:alpha val="29804"/>
            </a:srgbClr>
          </a:solidFill>
          <a:ln w="22225">
            <a:solidFill>
              <a:schemeClr val="tx1">
                <a:alpha val="93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5400" tIns="12700" rIns="25400" bIns="127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500" dirty="0">
                <a:solidFill>
                  <a:schemeClr val="tx1"/>
                </a:solidFill>
              </a:rPr>
              <a:t>Theoretical</a:t>
            </a:r>
          </a:p>
          <a:p>
            <a:pPr algn="ctr"/>
            <a:r>
              <a:rPr lang="en-US" sz="500" dirty="0">
                <a:solidFill>
                  <a:schemeClr val="tx1"/>
                </a:solidFill>
              </a:rPr>
              <a:t>Framework</a:t>
            </a: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ECF798E2-BCBB-4C83-8DAD-28B4CA242422}"/>
              </a:ext>
            </a:extLst>
          </p:cNvPr>
          <p:cNvSpPr/>
          <p:nvPr/>
        </p:nvSpPr>
        <p:spPr>
          <a:xfrm>
            <a:off x="5753487" y="1212277"/>
            <a:ext cx="544945" cy="383309"/>
          </a:xfrm>
          <a:prstGeom prst="rect">
            <a:avLst/>
          </a:prstGeom>
          <a:solidFill>
            <a:srgbClr val="3371D5">
              <a:alpha val="29804"/>
            </a:srgbClr>
          </a:solidFill>
          <a:ln w="22225">
            <a:solidFill>
              <a:schemeClr val="tx1">
                <a:alpha val="93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5400" tIns="12700" rIns="25400" bIns="127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500" dirty="0">
                <a:solidFill>
                  <a:schemeClr val="tx1"/>
                </a:solidFill>
              </a:rPr>
              <a:t>Proof Assistant</a:t>
            </a: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81E4F6B5-572F-433A-B66B-8CEF3D67F9A2}"/>
              </a:ext>
            </a:extLst>
          </p:cNvPr>
          <p:cNvCxnSpPr>
            <a:cxnSpLocks/>
            <a:stCxn id="3" idx="2"/>
            <a:endCxn id="38" idx="0"/>
          </p:cNvCxnSpPr>
          <p:nvPr/>
        </p:nvCxnSpPr>
        <p:spPr>
          <a:xfrm>
            <a:off x="4007043" y="969820"/>
            <a:ext cx="0" cy="242457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657A0AC-DF40-485C-B08F-A874486F42C5}"/>
              </a:ext>
            </a:extLst>
          </p:cNvPr>
          <p:cNvCxnSpPr>
            <a:cxnSpLocks/>
            <a:stCxn id="39" idx="3"/>
            <a:endCxn id="50" idx="1"/>
          </p:cNvCxnSpPr>
          <p:nvPr/>
        </p:nvCxnSpPr>
        <p:spPr>
          <a:xfrm>
            <a:off x="5301674" y="1403928"/>
            <a:ext cx="451813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2388359E-B428-4DD4-9910-EA5F12A75135}"/>
              </a:ext>
            </a:extLst>
          </p:cNvPr>
          <p:cNvCxnSpPr>
            <a:cxnSpLocks/>
            <a:stCxn id="39" idx="0"/>
            <a:endCxn id="49" idx="2"/>
          </p:cNvCxnSpPr>
          <p:nvPr/>
        </p:nvCxnSpPr>
        <p:spPr>
          <a:xfrm flipH="1" flipV="1">
            <a:off x="5029203" y="969819"/>
            <a:ext cx="1" cy="242456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E6A86062-404C-497E-9FDB-5A1D3AB091EB}"/>
              </a:ext>
            </a:extLst>
          </p:cNvPr>
          <p:cNvSpPr txBox="1"/>
          <p:nvPr/>
        </p:nvSpPr>
        <p:spPr>
          <a:xfrm>
            <a:off x="4353986" y="1276436"/>
            <a:ext cx="3282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00" i="1" dirty="0"/>
              <a:t>generate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C6B429D-D41B-4C33-A463-22AD0013CF6F}"/>
              </a:ext>
            </a:extLst>
          </p:cNvPr>
          <p:cNvSpPr txBox="1"/>
          <p:nvPr/>
        </p:nvSpPr>
        <p:spPr>
          <a:xfrm>
            <a:off x="5363443" y="1276436"/>
            <a:ext cx="3282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00" i="1" dirty="0"/>
              <a:t>validate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93A9B25-8353-4641-AF2B-A5D3EE7870FF}"/>
              </a:ext>
            </a:extLst>
          </p:cNvPr>
          <p:cNvSpPr txBox="1"/>
          <p:nvPr/>
        </p:nvSpPr>
        <p:spPr>
          <a:xfrm>
            <a:off x="4996490" y="1043629"/>
            <a:ext cx="328277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500" i="1" dirty="0"/>
              <a:t>import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69DA32F-54EB-429B-BABF-63F05EE3D666}"/>
              </a:ext>
            </a:extLst>
          </p:cNvPr>
          <p:cNvSpPr txBox="1"/>
          <p:nvPr/>
        </p:nvSpPr>
        <p:spPr>
          <a:xfrm>
            <a:off x="5367290" y="1689754"/>
            <a:ext cx="328277" cy="2976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67" i="1" dirty="0" err="1"/>
              <a:t>Rocq</a:t>
            </a:r>
            <a:endParaRPr lang="en-US" sz="667" i="1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3D51144-5578-44AF-BF88-D04F88444819}"/>
              </a:ext>
            </a:extLst>
          </p:cNvPr>
          <p:cNvCxnSpPr>
            <a:cxnSpLocks/>
            <a:stCxn id="38" idx="3"/>
            <a:endCxn id="39" idx="1"/>
          </p:cNvCxnSpPr>
          <p:nvPr/>
        </p:nvCxnSpPr>
        <p:spPr>
          <a:xfrm flipV="1">
            <a:off x="4279519" y="1403932"/>
            <a:ext cx="477213" cy="1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97771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7924044-2BDB-44D2-ACE9-161B03224E8D}"/>
              </a:ext>
            </a:extLst>
          </p:cNvPr>
          <p:cNvSpPr/>
          <p:nvPr/>
        </p:nvSpPr>
        <p:spPr>
          <a:xfrm>
            <a:off x="3139830" y="303725"/>
            <a:ext cx="884917" cy="637001"/>
          </a:xfrm>
          <a:prstGeom prst="rect">
            <a:avLst/>
          </a:prstGeom>
          <a:solidFill>
            <a:schemeClr val="bg2">
              <a:lumMod val="90000"/>
              <a:alpha val="3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5400" tIns="12700" rIns="25400" bIns="127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LLVM IR</a:t>
            </a:r>
          </a:p>
          <a:p>
            <a:pPr algn="ctr"/>
            <a:r>
              <a:rPr lang="en-US" sz="800" dirty="0">
                <a:solidFill>
                  <a:schemeClr val="tx1"/>
                </a:solidFill>
              </a:rPr>
              <a:t>Program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4FDA865E-C8F8-4876-B867-2434D46A804E}"/>
              </a:ext>
            </a:extLst>
          </p:cNvPr>
          <p:cNvSpPr/>
          <p:nvPr/>
        </p:nvSpPr>
        <p:spPr>
          <a:xfrm>
            <a:off x="3139830" y="1171019"/>
            <a:ext cx="884917" cy="637001"/>
          </a:xfrm>
          <a:prstGeom prst="rect">
            <a:avLst/>
          </a:prstGeom>
          <a:solidFill>
            <a:srgbClr val="FDDF03">
              <a:alpha val="29804"/>
            </a:srgb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5400" tIns="12700" rIns="25400" bIns="127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SE Engine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FD4E7E92-E774-4C7E-ADB6-2A6D4382BFFB}"/>
              </a:ext>
            </a:extLst>
          </p:cNvPr>
          <p:cNvSpPr/>
          <p:nvPr/>
        </p:nvSpPr>
        <p:spPr>
          <a:xfrm>
            <a:off x="4570451" y="1171019"/>
            <a:ext cx="884917" cy="637001"/>
          </a:xfrm>
          <a:prstGeom prst="rect">
            <a:avLst/>
          </a:prstGeom>
          <a:solidFill>
            <a:srgbClr val="3371D5">
              <a:alpha val="29804"/>
            </a:srgbClr>
          </a:solidFill>
          <a:ln w="22225">
            <a:solidFill>
              <a:schemeClr val="tx1">
                <a:alpha val="93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5400" tIns="12700" rIns="25400" bIns="127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Proof Script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87E925C8-BD35-4317-9C61-4486132BC63E}"/>
              </a:ext>
            </a:extLst>
          </p:cNvPr>
          <p:cNvSpPr/>
          <p:nvPr/>
        </p:nvSpPr>
        <p:spPr>
          <a:xfrm>
            <a:off x="6001071" y="1178223"/>
            <a:ext cx="884917" cy="637001"/>
          </a:xfrm>
          <a:prstGeom prst="rect">
            <a:avLst/>
          </a:prstGeom>
          <a:solidFill>
            <a:srgbClr val="3371D5">
              <a:alpha val="29804"/>
            </a:srgbClr>
          </a:solidFill>
          <a:ln w="22225">
            <a:solidFill>
              <a:schemeClr val="tx1">
                <a:alpha val="93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5400" tIns="12700" rIns="25400" bIns="127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Proof Assistant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5A01D666-973D-4D50-B48E-16D9F77F0E90}"/>
              </a:ext>
            </a:extLst>
          </p:cNvPr>
          <p:cNvSpPr/>
          <p:nvPr/>
        </p:nvSpPr>
        <p:spPr>
          <a:xfrm>
            <a:off x="4570451" y="303725"/>
            <a:ext cx="884917" cy="637001"/>
          </a:xfrm>
          <a:prstGeom prst="rect">
            <a:avLst/>
          </a:prstGeom>
          <a:solidFill>
            <a:srgbClr val="3371D5">
              <a:alpha val="29804"/>
            </a:srgbClr>
          </a:solidFill>
          <a:ln w="22225">
            <a:solidFill>
              <a:schemeClr val="tx1">
                <a:alpha val="93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5400" tIns="12700" rIns="25400" bIns="127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800" dirty="0">
                <a:solidFill>
                  <a:schemeClr val="tx1"/>
                </a:solidFill>
              </a:rPr>
              <a:t>Theoretical</a:t>
            </a:r>
            <a:br>
              <a:rPr lang="en-US" sz="800" dirty="0">
                <a:solidFill>
                  <a:schemeClr val="tx1"/>
                </a:solidFill>
              </a:rPr>
            </a:br>
            <a:r>
              <a:rPr lang="en-US" sz="800" dirty="0">
                <a:solidFill>
                  <a:schemeClr val="tx1"/>
                </a:solidFill>
              </a:rPr>
              <a:t>Framework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041DFB10-7630-4B5E-9EA2-96E3533920C4}"/>
              </a:ext>
            </a:extLst>
          </p:cNvPr>
          <p:cNvCxnSpPr>
            <a:cxnSpLocks/>
            <a:stCxn id="3" idx="2"/>
            <a:endCxn id="40" idx="0"/>
          </p:cNvCxnSpPr>
          <p:nvPr/>
        </p:nvCxnSpPr>
        <p:spPr>
          <a:xfrm>
            <a:off x="3582287" y="940725"/>
            <a:ext cx="0" cy="230293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9CACD93C-66DB-4D2E-A432-957E5727082A}"/>
              </a:ext>
            </a:extLst>
          </p:cNvPr>
          <p:cNvCxnSpPr>
            <a:cxnSpLocks/>
          </p:cNvCxnSpPr>
          <p:nvPr/>
        </p:nvCxnSpPr>
        <p:spPr>
          <a:xfrm>
            <a:off x="4143896" y="1496723"/>
            <a:ext cx="295490" cy="0"/>
          </a:xfrm>
          <a:prstGeom prst="straightConnector1">
            <a:avLst/>
          </a:prstGeom>
          <a:ln w="317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967898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ectangle 49">
            <a:extLst>
              <a:ext uri="{FF2B5EF4-FFF2-40B4-BE49-F238E27FC236}">
                <a16:creationId xmlns:a16="http://schemas.microsoft.com/office/drawing/2014/main" id="{1C6A6AC9-FAF7-46FF-905E-17CE50380BC0}"/>
              </a:ext>
            </a:extLst>
          </p:cNvPr>
          <p:cNvSpPr/>
          <p:nvPr/>
        </p:nvSpPr>
        <p:spPr>
          <a:xfrm>
            <a:off x="3497852" y="142536"/>
            <a:ext cx="3057704" cy="1997536"/>
          </a:xfrm>
          <a:prstGeom prst="rect">
            <a:avLst/>
          </a:prstGeom>
          <a:solidFill>
            <a:schemeClr val="bg2">
              <a:lumMod val="25000"/>
              <a:alpha val="5000"/>
            </a:schemeClr>
          </a:solidFill>
          <a:ln w="22225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5400" tIns="12700" rIns="25400" bIns="127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500" dirty="0"/>
          </a:p>
        </p:txBody>
      </p:sp>
      <p:sp>
        <p:nvSpPr>
          <p:cNvPr id="4" name="Right Triangle 3">
            <a:extLst>
              <a:ext uri="{FF2B5EF4-FFF2-40B4-BE49-F238E27FC236}">
                <a16:creationId xmlns:a16="http://schemas.microsoft.com/office/drawing/2014/main" id="{FC60DC05-6FA2-40CF-9BF3-3A17CF6F4B89}"/>
              </a:ext>
            </a:extLst>
          </p:cNvPr>
          <p:cNvSpPr/>
          <p:nvPr/>
        </p:nvSpPr>
        <p:spPr>
          <a:xfrm>
            <a:off x="3650758" y="313537"/>
            <a:ext cx="2014881" cy="1658926"/>
          </a:xfrm>
          <a:prstGeom prst="rtTriangle">
            <a:avLst/>
          </a:prstGeom>
          <a:solidFill>
            <a:srgbClr val="3371D5">
              <a:alpha val="29804"/>
            </a:srgbClr>
          </a:solidFill>
          <a:ln w="22225">
            <a:solidFill>
              <a:schemeClr val="tx1">
                <a:alpha val="93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5400" tIns="12700" rIns="25400" bIns="127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36" name="Right Triangle 35">
            <a:extLst>
              <a:ext uri="{FF2B5EF4-FFF2-40B4-BE49-F238E27FC236}">
                <a16:creationId xmlns:a16="http://schemas.microsoft.com/office/drawing/2014/main" id="{695FA7A7-790F-4C96-954C-3DCD085BD213}"/>
              </a:ext>
            </a:extLst>
          </p:cNvPr>
          <p:cNvSpPr/>
          <p:nvPr/>
        </p:nvSpPr>
        <p:spPr>
          <a:xfrm rot="10800000">
            <a:off x="4379193" y="313537"/>
            <a:ext cx="2014881" cy="1658926"/>
          </a:xfrm>
          <a:prstGeom prst="rtTriangle">
            <a:avLst/>
          </a:prstGeom>
          <a:solidFill>
            <a:srgbClr val="3371D5">
              <a:alpha val="29804"/>
            </a:srgbClr>
          </a:solidFill>
          <a:ln w="22225">
            <a:solidFill>
              <a:schemeClr val="tx1">
                <a:alpha val="93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5400" tIns="12700" rIns="25400" bIns="127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1600" dirty="0">
              <a:solidFill>
                <a:schemeClr val="tx1"/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7924044-2BDB-44D2-ACE9-161B03224E8D}"/>
              </a:ext>
            </a:extLst>
          </p:cNvPr>
          <p:cNvSpPr/>
          <p:nvPr/>
        </p:nvSpPr>
        <p:spPr>
          <a:xfrm>
            <a:off x="140689" y="667482"/>
            <a:ext cx="972431" cy="951036"/>
          </a:xfrm>
          <a:prstGeom prst="rect">
            <a:avLst/>
          </a:prstGeom>
          <a:solidFill>
            <a:schemeClr val="bg2">
              <a:lumMod val="90000"/>
              <a:alpha val="3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5400" tIns="12700" rIns="25400" bIns="127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600" b="1" dirty="0">
                <a:solidFill>
                  <a:schemeClr val="tx1"/>
                </a:solidFill>
              </a:rPr>
              <a:t>LLVM IR</a:t>
            </a:r>
          </a:p>
          <a:p>
            <a:pPr algn="ctr"/>
            <a:r>
              <a:rPr lang="en-US" sz="1600" b="1" dirty="0">
                <a:solidFill>
                  <a:schemeClr val="tx1"/>
                </a:solidFill>
              </a:rPr>
              <a:t>Program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7355F72-24A6-40C6-9B29-AAE14E8771BD}"/>
              </a:ext>
            </a:extLst>
          </p:cNvPr>
          <p:cNvSpPr/>
          <p:nvPr/>
        </p:nvSpPr>
        <p:spPr>
          <a:xfrm>
            <a:off x="1445955" y="667482"/>
            <a:ext cx="972431" cy="951036"/>
          </a:xfrm>
          <a:prstGeom prst="rect">
            <a:avLst/>
          </a:prstGeom>
          <a:solidFill>
            <a:srgbClr val="FDDF03">
              <a:alpha val="29804"/>
            </a:srgb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5400" tIns="12700" rIns="25400" bIns="127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600" b="1" dirty="0">
                <a:solidFill>
                  <a:schemeClr val="tx1"/>
                </a:solidFill>
              </a:rPr>
              <a:t>SE Engine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DE47771-3C0E-4C4B-AAFB-23222126FEDF}"/>
              </a:ext>
            </a:extLst>
          </p:cNvPr>
          <p:cNvSpPr/>
          <p:nvPr/>
        </p:nvSpPr>
        <p:spPr>
          <a:xfrm>
            <a:off x="7018247" y="667482"/>
            <a:ext cx="972431" cy="951036"/>
          </a:xfrm>
          <a:prstGeom prst="rect">
            <a:avLst/>
          </a:prstGeom>
          <a:solidFill>
            <a:srgbClr val="3371D5">
              <a:alpha val="29804"/>
            </a:srgbClr>
          </a:solidFill>
          <a:ln w="22225">
            <a:solidFill>
              <a:schemeClr val="tx1">
                <a:alpha val="93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5400" tIns="12700" rIns="25400" bIns="127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600" b="1" dirty="0">
                <a:solidFill>
                  <a:schemeClr val="tx1"/>
                </a:solidFill>
              </a:rPr>
              <a:t>Proof</a:t>
            </a:r>
          </a:p>
          <a:p>
            <a:pPr algn="ctr"/>
            <a:r>
              <a:rPr lang="en-US" sz="1600" b="1" dirty="0">
                <a:solidFill>
                  <a:schemeClr val="tx1"/>
                </a:solidFill>
              </a:rPr>
              <a:t>Assistant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E5722CC-4B1B-41A7-B353-79F17FDF8CFE}"/>
              </a:ext>
            </a:extLst>
          </p:cNvPr>
          <p:cNvSpPr/>
          <p:nvPr/>
        </p:nvSpPr>
        <p:spPr>
          <a:xfrm>
            <a:off x="8681013" y="667482"/>
            <a:ext cx="1110687" cy="951036"/>
          </a:xfrm>
          <a:prstGeom prst="rect">
            <a:avLst/>
          </a:prstGeom>
          <a:solidFill>
            <a:schemeClr val="bg2">
              <a:lumMod val="90000"/>
              <a:alpha val="30000"/>
            </a:schemeClr>
          </a:solidFill>
          <a:ln w="222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5400" tIns="12700" rIns="25400" bIns="127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US" sz="1600" b="1" dirty="0">
                <a:solidFill>
                  <a:schemeClr val="tx1"/>
                </a:solidFill>
              </a:rPr>
              <a:t>Verification</a:t>
            </a:r>
          </a:p>
          <a:p>
            <a:pPr algn="ctr"/>
            <a:r>
              <a:rPr lang="en-US" sz="1600" b="1" dirty="0">
                <a:solidFill>
                  <a:schemeClr val="tx1"/>
                </a:solidFill>
              </a:rPr>
              <a:t>Result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8E07CBA-4A74-4899-AF6E-9877238E61C5}"/>
              </a:ext>
            </a:extLst>
          </p:cNvPr>
          <p:cNvSpPr txBox="1"/>
          <p:nvPr/>
        </p:nvSpPr>
        <p:spPr>
          <a:xfrm>
            <a:off x="5116873" y="351635"/>
            <a:ext cx="124151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600" b="1" dirty="0"/>
              <a:t>Theoretical</a:t>
            </a:r>
          </a:p>
          <a:p>
            <a:pPr algn="r"/>
            <a:r>
              <a:rPr lang="en-US" sz="1600" b="1" dirty="0"/>
              <a:t>Framework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8C7D4AF-9474-4D3F-92C3-245CCEDB7908}"/>
              </a:ext>
            </a:extLst>
          </p:cNvPr>
          <p:cNvCxnSpPr>
            <a:cxnSpLocks/>
            <a:stCxn id="50" idx="3"/>
            <a:endCxn id="15" idx="1"/>
          </p:cNvCxnSpPr>
          <p:nvPr/>
        </p:nvCxnSpPr>
        <p:spPr>
          <a:xfrm>
            <a:off x="6555556" y="1141304"/>
            <a:ext cx="462691" cy="1696"/>
          </a:xfrm>
          <a:prstGeom prst="straightConnector1">
            <a:avLst/>
          </a:prstGeom>
          <a:ln w="222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6B26E574-9F94-43B6-A99D-9F69F7135412}"/>
              </a:ext>
            </a:extLst>
          </p:cNvPr>
          <p:cNvSpPr txBox="1"/>
          <p:nvPr/>
        </p:nvSpPr>
        <p:spPr>
          <a:xfrm>
            <a:off x="2530402" y="810821"/>
            <a:ext cx="9404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i="1" dirty="0"/>
              <a:t>generates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63E51023-DC7A-4ADD-A21C-47AB4242D018}"/>
              </a:ext>
            </a:extLst>
          </p:cNvPr>
          <p:cNvCxnSpPr>
            <a:cxnSpLocks/>
            <a:stCxn id="3" idx="3"/>
            <a:endCxn id="14" idx="1"/>
          </p:cNvCxnSpPr>
          <p:nvPr/>
        </p:nvCxnSpPr>
        <p:spPr>
          <a:xfrm>
            <a:off x="1113120" y="1143000"/>
            <a:ext cx="332835" cy="0"/>
          </a:xfrm>
          <a:prstGeom prst="straightConnector1">
            <a:avLst/>
          </a:prstGeom>
          <a:ln w="222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2343AF04-1674-41A5-89C9-AED6D3A4D19B}"/>
              </a:ext>
            </a:extLst>
          </p:cNvPr>
          <p:cNvCxnSpPr>
            <a:cxnSpLocks/>
            <a:stCxn id="15" idx="3"/>
            <a:endCxn id="17" idx="1"/>
          </p:cNvCxnSpPr>
          <p:nvPr/>
        </p:nvCxnSpPr>
        <p:spPr>
          <a:xfrm>
            <a:off x="7990678" y="1143000"/>
            <a:ext cx="690335" cy="0"/>
          </a:xfrm>
          <a:prstGeom prst="straightConnector1">
            <a:avLst/>
          </a:prstGeom>
          <a:ln w="222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CB8ADE6F-6F6C-4DC4-A9A1-262B72C6C40A}"/>
              </a:ext>
            </a:extLst>
          </p:cNvPr>
          <p:cNvSpPr txBox="1"/>
          <p:nvPr/>
        </p:nvSpPr>
        <p:spPr>
          <a:xfrm>
            <a:off x="3707770" y="1344150"/>
            <a:ext cx="92236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/>
              <a:t>Proof</a:t>
            </a:r>
          </a:p>
          <a:p>
            <a:r>
              <a:rPr lang="en-US" sz="1600" b="1" dirty="0"/>
              <a:t>Script</a:t>
            </a: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0AC7E381-50CC-4187-9E78-29C11C5D2E77}"/>
              </a:ext>
            </a:extLst>
          </p:cNvPr>
          <p:cNvCxnSpPr>
            <a:cxnSpLocks/>
            <a:stCxn id="14" idx="3"/>
            <a:endCxn id="4" idx="1"/>
          </p:cNvCxnSpPr>
          <p:nvPr/>
        </p:nvCxnSpPr>
        <p:spPr>
          <a:xfrm>
            <a:off x="2418386" y="1143000"/>
            <a:ext cx="1232372" cy="0"/>
          </a:xfrm>
          <a:prstGeom prst="straightConnector1">
            <a:avLst/>
          </a:prstGeom>
          <a:ln w="222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0A9298D8-BAAB-4083-9020-AE1855436146}"/>
              </a:ext>
            </a:extLst>
          </p:cNvPr>
          <p:cNvCxnSpPr>
            <a:cxnSpLocks/>
            <a:endCxn id="36" idx="5"/>
          </p:cNvCxnSpPr>
          <p:nvPr/>
        </p:nvCxnSpPr>
        <p:spPr>
          <a:xfrm flipV="1">
            <a:off x="5082966" y="1143000"/>
            <a:ext cx="303667" cy="342900"/>
          </a:xfrm>
          <a:prstGeom prst="straightConnector1">
            <a:avLst/>
          </a:prstGeom>
          <a:ln w="2222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4A704AF6-13D0-48ED-9C6B-FACD29F64122}"/>
              </a:ext>
            </a:extLst>
          </p:cNvPr>
          <p:cNvSpPr txBox="1"/>
          <p:nvPr/>
        </p:nvSpPr>
        <p:spPr>
          <a:xfrm rot="18732000">
            <a:off x="4834078" y="1087687"/>
            <a:ext cx="57087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i="1" dirty="0"/>
              <a:t>uses</a:t>
            </a:r>
          </a:p>
        </p:txBody>
      </p:sp>
    </p:spTree>
    <p:extLst>
      <p:ext uri="{BB962C8B-B14F-4D97-AF65-F5344CB8AC3E}">
        <p14:creationId xmlns:p14="http://schemas.microsoft.com/office/powerpoint/2010/main" val="20456503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9844AD0E-E754-4310-8C91-FCB8F64D9E76}"/>
              </a:ext>
            </a:extLst>
          </p:cNvPr>
          <p:cNvSpPr/>
          <p:nvPr/>
        </p:nvSpPr>
        <p:spPr>
          <a:xfrm>
            <a:off x="4203703" y="611916"/>
            <a:ext cx="1650999" cy="1136067"/>
          </a:xfrm>
          <a:prstGeom prst="rect">
            <a:avLst/>
          </a:prstGeom>
          <a:solidFill>
            <a:schemeClr val="bg2">
              <a:lumMod val="25000"/>
              <a:alpha val="5000"/>
            </a:schemeClr>
          </a:solidFill>
          <a:ln>
            <a:solidFill>
              <a:schemeClr val="bg2">
                <a:lumMod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25400" tIns="12700" rIns="25400" bIns="1270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 sz="500" dirty="0"/>
          </a:p>
        </p:txBody>
      </p:sp>
    </p:spTree>
    <p:extLst>
      <p:ext uri="{BB962C8B-B14F-4D97-AF65-F5344CB8AC3E}">
        <p14:creationId xmlns:p14="http://schemas.microsoft.com/office/powerpoint/2010/main" val="37861422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6555</TotalTime>
  <Words>53</Words>
  <Application>Microsoft Office PowerPoint</Application>
  <PresentationFormat>Custom</PresentationFormat>
  <Paragraphs>37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PP</dc:creator>
  <cp:lastModifiedBy>PP</cp:lastModifiedBy>
  <cp:revision>37</cp:revision>
  <dcterms:created xsi:type="dcterms:W3CDTF">2026-05-28T22:06:48Z</dcterms:created>
  <dcterms:modified xsi:type="dcterms:W3CDTF">2026-06-19T23:46:00Z</dcterms:modified>
</cp:coreProperties>
</file>