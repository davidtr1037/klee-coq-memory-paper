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</p:sldIdLst>
  <p:sldSz cx="64008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3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24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1496484"/>
            <a:ext cx="5440680" cy="3183467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4802720"/>
            <a:ext cx="4800600" cy="2207683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37" indent="0" algn="ctr">
              <a:buNone/>
              <a:defRPr sz="1400"/>
            </a:lvl2pPr>
            <a:lvl3pPr marL="640074" indent="0" algn="ctr">
              <a:buNone/>
              <a:defRPr sz="1260"/>
            </a:lvl3pPr>
            <a:lvl4pPr marL="960110" indent="0" algn="ctr">
              <a:buNone/>
              <a:defRPr sz="1120"/>
            </a:lvl4pPr>
            <a:lvl5pPr marL="1280147" indent="0" algn="ctr">
              <a:buNone/>
              <a:defRPr sz="1120"/>
            </a:lvl5pPr>
            <a:lvl6pPr marL="1600184" indent="0" algn="ctr">
              <a:buNone/>
              <a:defRPr sz="1120"/>
            </a:lvl6pPr>
            <a:lvl7pPr marL="1920221" indent="0" algn="ctr">
              <a:buNone/>
              <a:defRPr sz="1120"/>
            </a:lvl7pPr>
            <a:lvl8pPr marL="2240258" indent="0" algn="ctr">
              <a:buNone/>
              <a:defRPr sz="1120"/>
            </a:lvl8pPr>
            <a:lvl9pPr marL="2560294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241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28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2279653"/>
            <a:ext cx="5520690" cy="3803649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6119288"/>
            <a:ext cx="5520690" cy="2000249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/>
                </a:solidFill>
              </a:defRPr>
            </a:lvl1pPr>
            <a:lvl2pPr marL="32003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4007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3pPr>
            <a:lvl4pPr marL="96011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4pPr>
            <a:lvl5pPr marL="1280147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5pPr>
            <a:lvl6pPr marL="1600184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6pPr>
            <a:lvl7pPr marL="1920221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7pPr>
            <a:lvl8pPr marL="2240258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8pPr>
            <a:lvl9pPr marL="2560294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96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2434167"/>
            <a:ext cx="2720340" cy="58017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2434167"/>
            <a:ext cx="2720340" cy="58017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790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486838"/>
            <a:ext cx="552069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2241551"/>
            <a:ext cx="2707838" cy="1098549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37" indent="0">
              <a:buNone/>
              <a:defRPr sz="1400" b="1"/>
            </a:lvl2pPr>
            <a:lvl3pPr marL="640074" indent="0">
              <a:buNone/>
              <a:defRPr sz="1260" b="1"/>
            </a:lvl3pPr>
            <a:lvl4pPr marL="960110" indent="0">
              <a:buNone/>
              <a:defRPr sz="1120" b="1"/>
            </a:lvl4pPr>
            <a:lvl5pPr marL="1280147" indent="0">
              <a:buNone/>
              <a:defRPr sz="1120" b="1"/>
            </a:lvl5pPr>
            <a:lvl6pPr marL="1600184" indent="0">
              <a:buNone/>
              <a:defRPr sz="1120" b="1"/>
            </a:lvl6pPr>
            <a:lvl7pPr marL="1920221" indent="0">
              <a:buNone/>
              <a:defRPr sz="1120" b="1"/>
            </a:lvl7pPr>
            <a:lvl8pPr marL="2240258" indent="0">
              <a:buNone/>
              <a:defRPr sz="1120" b="1"/>
            </a:lvl8pPr>
            <a:lvl9pPr marL="2560294" indent="0">
              <a:buNone/>
              <a:defRPr sz="112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3340100"/>
            <a:ext cx="2707838" cy="49127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2241551"/>
            <a:ext cx="2721174" cy="1098549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37" indent="0">
              <a:buNone/>
              <a:defRPr sz="1400" b="1"/>
            </a:lvl2pPr>
            <a:lvl3pPr marL="640074" indent="0">
              <a:buNone/>
              <a:defRPr sz="1260" b="1"/>
            </a:lvl3pPr>
            <a:lvl4pPr marL="960110" indent="0">
              <a:buNone/>
              <a:defRPr sz="1120" b="1"/>
            </a:lvl4pPr>
            <a:lvl5pPr marL="1280147" indent="0">
              <a:buNone/>
              <a:defRPr sz="1120" b="1"/>
            </a:lvl5pPr>
            <a:lvl6pPr marL="1600184" indent="0">
              <a:buNone/>
              <a:defRPr sz="1120" b="1"/>
            </a:lvl6pPr>
            <a:lvl7pPr marL="1920221" indent="0">
              <a:buNone/>
              <a:defRPr sz="1120" b="1"/>
            </a:lvl7pPr>
            <a:lvl8pPr marL="2240258" indent="0">
              <a:buNone/>
              <a:defRPr sz="1120" b="1"/>
            </a:lvl8pPr>
            <a:lvl9pPr marL="2560294" indent="0">
              <a:buNone/>
              <a:defRPr sz="112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3340100"/>
            <a:ext cx="2721174" cy="49127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299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233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057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93" y="609600"/>
            <a:ext cx="2064425" cy="213360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8" y="1316571"/>
            <a:ext cx="3240405" cy="6498167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93" y="2743203"/>
            <a:ext cx="2064425" cy="5082117"/>
          </a:xfrm>
        </p:spPr>
        <p:txBody>
          <a:bodyPr/>
          <a:lstStyle>
            <a:lvl1pPr marL="0" indent="0">
              <a:buNone/>
              <a:defRPr sz="1120"/>
            </a:lvl1pPr>
            <a:lvl2pPr marL="320037" indent="0">
              <a:buNone/>
              <a:defRPr sz="980"/>
            </a:lvl2pPr>
            <a:lvl3pPr marL="640074" indent="0">
              <a:buNone/>
              <a:defRPr sz="840"/>
            </a:lvl3pPr>
            <a:lvl4pPr marL="960110" indent="0">
              <a:buNone/>
              <a:defRPr sz="700"/>
            </a:lvl4pPr>
            <a:lvl5pPr marL="1280147" indent="0">
              <a:buNone/>
              <a:defRPr sz="700"/>
            </a:lvl5pPr>
            <a:lvl6pPr marL="1600184" indent="0">
              <a:buNone/>
              <a:defRPr sz="700"/>
            </a:lvl6pPr>
            <a:lvl7pPr marL="1920221" indent="0">
              <a:buNone/>
              <a:defRPr sz="700"/>
            </a:lvl7pPr>
            <a:lvl8pPr marL="2240258" indent="0">
              <a:buNone/>
              <a:defRPr sz="700"/>
            </a:lvl8pPr>
            <a:lvl9pPr marL="2560294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40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93" y="609600"/>
            <a:ext cx="2064425" cy="213360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8" y="1316571"/>
            <a:ext cx="3240405" cy="6498167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37" indent="0">
              <a:buNone/>
              <a:defRPr sz="1960"/>
            </a:lvl2pPr>
            <a:lvl3pPr marL="640074" indent="0">
              <a:buNone/>
              <a:defRPr sz="1680"/>
            </a:lvl3pPr>
            <a:lvl4pPr marL="960110" indent="0">
              <a:buNone/>
              <a:defRPr sz="1400"/>
            </a:lvl4pPr>
            <a:lvl5pPr marL="1280147" indent="0">
              <a:buNone/>
              <a:defRPr sz="1400"/>
            </a:lvl5pPr>
            <a:lvl6pPr marL="1600184" indent="0">
              <a:buNone/>
              <a:defRPr sz="1400"/>
            </a:lvl6pPr>
            <a:lvl7pPr marL="1920221" indent="0">
              <a:buNone/>
              <a:defRPr sz="1400"/>
            </a:lvl7pPr>
            <a:lvl8pPr marL="2240258" indent="0">
              <a:buNone/>
              <a:defRPr sz="1400"/>
            </a:lvl8pPr>
            <a:lvl9pPr marL="2560294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93" y="2743203"/>
            <a:ext cx="2064425" cy="5082117"/>
          </a:xfrm>
        </p:spPr>
        <p:txBody>
          <a:bodyPr/>
          <a:lstStyle>
            <a:lvl1pPr marL="0" indent="0">
              <a:buNone/>
              <a:defRPr sz="1120"/>
            </a:lvl1pPr>
            <a:lvl2pPr marL="320037" indent="0">
              <a:buNone/>
              <a:defRPr sz="980"/>
            </a:lvl2pPr>
            <a:lvl3pPr marL="640074" indent="0">
              <a:buNone/>
              <a:defRPr sz="840"/>
            </a:lvl3pPr>
            <a:lvl4pPr marL="960110" indent="0">
              <a:buNone/>
              <a:defRPr sz="700"/>
            </a:lvl4pPr>
            <a:lvl5pPr marL="1280147" indent="0">
              <a:buNone/>
              <a:defRPr sz="700"/>
            </a:lvl5pPr>
            <a:lvl6pPr marL="1600184" indent="0">
              <a:buNone/>
              <a:defRPr sz="700"/>
            </a:lvl6pPr>
            <a:lvl7pPr marL="1920221" indent="0">
              <a:buNone/>
              <a:defRPr sz="700"/>
            </a:lvl7pPr>
            <a:lvl8pPr marL="2240258" indent="0">
              <a:buNone/>
              <a:defRPr sz="700"/>
            </a:lvl8pPr>
            <a:lvl9pPr marL="2560294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969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87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7" y="486836"/>
            <a:ext cx="138017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486836"/>
            <a:ext cx="4060508" cy="77491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101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486838"/>
            <a:ext cx="552069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2434167"/>
            <a:ext cx="552069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8475138"/>
            <a:ext cx="144018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8475138"/>
            <a:ext cx="216027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8475138"/>
            <a:ext cx="144018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740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40074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18" indent="-160018" algn="l" defTabSz="640074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55" indent="-160018" algn="l" defTabSz="640074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092" indent="-160018" algn="l" defTabSz="640074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29" indent="-160018" algn="l" defTabSz="640074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66" indent="-160018" algn="l" defTabSz="640074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02" indent="-160018" algn="l" defTabSz="640074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39" indent="-160018" algn="l" defTabSz="640074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76" indent="-160018" algn="l" defTabSz="640074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13" indent="-160018" algn="l" defTabSz="640074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37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74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10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47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184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21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58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294" algn="l" defTabSz="640074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/>
              <p:nvPr/>
            </p:nvSpPr>
            <p:spPr>
              <a:xfrm>
                <a:off x="2853339" y="2386435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2386435"/>
                <a:ext cx="685800" cy="63919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2E6A1-D805-4ADD-B147-E7F41D8D38FD}"/>
                  </a:ext>
                </a:extLst>
              </p:cNvPr>
              <p:cNvSpPr/>
              <p:nvPr/>
            </p:nvSpPr>
            <p:spPr>
              <a:xfrm>
                <a:off x="2853339" y="3625982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2E6A1-D805-4ADD-B147-E7F41D8D38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3625982"/>
                <a:ext cx="685800" cy="63919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1194280-CC55-4337-848C-214AED77258F}"/>
                  </a:ext>
                </a:extLst>
              </p:cNvPr>
              <p:cNvSpPr/>
              <p:nvPr/>
            </p:nvSpPr>
            <p:spPr>
              <a:xfrm>
                <a:off x="2853339" y="4918242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1194280-CC55-4337-848C-214AED772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4918242"/>
                <a:ext cx="685800" cy="63919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C11B7CA-40D2-4249-8A95-05850EDDEB21}"/>
                  </a:ext>
                </a:extLst>
              </p:cNvPr>
              <p:cNvSpPr/>
              <p:nvPr/>
            </p:nvSpPr>
            <p:spPr>
              <a:xfrm>
                <a:off x="1596870" y="6077885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C11B7CA-40D2-4249-8A95-05850EDDE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6870" y="6077885"/>
                <a:ext cx="685800" cy="63919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2F22B74-BF5C-42B8-8447-060E3D4B67DD}"/>
                  </a:ext>
                </a:extLst>
              </p:cNvPr>
              <p:cNvSpPr/>
              <p:nvPr/>
            </p:nvSpPr>
            <p:spPr>
              <a:xfrm>
                <a:off x="4118131" y="6077885"/>
                <a:ext cx="685800" cy="639191"/>
              </a:xfrm>
              <a:prstGeom prst="ellipse">
                <a:avLst/>
              </a:prstGeom>
              <a:solidFill>
                <a:schemeClr val="bg1">
                  <a:lumMod val="75000"/>
                  <a:alpha val="3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2F22B74-BF5C-42B8-8447-060E3D4B67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8131" y="6077885"/>
                <a:ext cx="685800" cy="639191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70FD7A6-6AD4-4C97-902D-BFD44B880F2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>
            <a:off x="3196239" y="3025624"/>
            <a:ext cx="0" cy="600356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15499B-AC20-4079-AD5D-F0CBBCB0B4C5}"/>
              </a:ext>
            </a:extLst>
          </p:cNvPr>
          <p:cNvCxnSpPr>
            <a:cxnSpLocks/>
            <a:stCxn id="9" idx="4"/>
            <a:endCxn id="10" idx="0"/>
          </p:cNvCxnSpPr>
          <p:nvPr/>
        </p:nvCxnSpPr>
        <p:spPr>
          <a:xfrm>
            <a:off x="3196239" y="4265173"/>
            <a:ext cx="0" cy="653069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12BBBB-B258-4147-8F8B-5AB40C3D3A46}"/>
              </a:ext>
            </a:extLst>
          </p:cNvPr>
          <p:cNvCxnSpPr>
            <a:cxnSpLocks/>
            <a:stCxn id="10" idx="3"/>
            <a:endCxn id="11" idx="7"/>
          </p:cNvCxnSpPr>
          <p:nvPr/>
        </p:nvCxnSpPr>
        <p:spPr>
          <a:xfrm flipH="1">
            <a:off x="2182240" y="5463820"/>
            <a:ext cx="771536" cy="707666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6AAB2E-B82A-4F9E-A65E-7C2B977D191A}"/>
              </a:ext>
            </a:extLst>
          </p:cNvPr>
          <p:cNvCxnSpPr>
            <a:cxnSpLocks/>
            <a:stCxn id="10" idx="5"/>
            <a:endCxn id="12" idx="1"/>
          </p:cNvCxnSpPr>
          <p:nvPr/>
        </p:nvCxnSpPr>
        <p:spPr>
          <a:xfrm>
            <a:off x="3438714" y="5463820"/>
            <a:ext cx="779859" cy="70766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E71490-5FC3-49F9-8E7E-6C1B74C18EF9}"/>
                  </a:ext>
                </a:extLst>
              </p:cNvPr>
              <p:cNvSpPr txBox="1"/>
              <p:nvPr/>
            </p:nvSpPr>
            <p:spPr>
              <a:xfrm>
                <a:off x="484799" y="5428740"/>
                <a:ext cx="219751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&lt;10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E71490-5FC3-49F9-8E7E-6C1B74C18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9" y="5428740"/>
                <a:ext cx="219751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399CB5-C6FA-4D6F-AEFF-AAC0BAEDA925}"/>
                  </a:ext>
                </a:extLst>
              </p:cNvPr>
              <p:cNvSpPr txBox="1"/>
              <p:nvPr/>
            </p:nvSpPr>
            <p:spPr>
              <a:xfrm>
                <a:off x="3828640" y="5426102"/>
                <a:ext cx="265123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&lt;0∨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≥10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399CB5-C6FA-4D6F-AEFF-AAC0BAEDA9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640" y="5426102"/>
                <a:ext cx="265123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0686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/>
              <p:nvPr/>
            </p:nvSpPr>
            <p:spPr>
              <a:xfrm>
                <a:off x="3887912" y="1674513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2" y="1674513"/>
                <a:ext cx="587311" cy="545287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12BBBB-B258-4147-8F8B-5AB40C3D3A46}"/>
              </a:ext>
            </a:extLst>
          </p:cNvPr>
          <p:cNvCxnSpPr>
            <a:cxnSpLocks/>
            <a:stCxn id="4" idx="4"/>
            <a:endCxn id="21" idx="0"/>
          </p:cNvCxnSpPr>
          <p:nvPr/>
        </p:nvCxnSpPr>
        <p:spPr>
          <a:xfrm>
            <a:off x="4181564" y="2219800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16CD3F4-3181-47FC-9FA5-875A88176453}"/>
                  </a:ext>
                </a:extLst>
              </p:cNvPr>
              <p:cNvSpPr/>
              <p:nvPr/>
            </p:nvSpPr>
            <p:spPr>
              <a:xfrm>
                <a:off x="3887912" y="2672913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16CD3F4-3181-47FC-9FA5-875A881764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2" y="2672913"/>
                <a:ext cx="587311" cy="545287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9DB4C9F-9B40-4C68-AE2F-097B3A0087D6}"/>
                  </a:ext>
                </a:extLst>
              </p:cNvPr>
              <p:cNvSpPr/>
              <p:nvPr/>
            </p:nvSpPr>
            <p:spPr>
              <a:xfrm>
                <a:off x="3887912" y="3671313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9DB4C9F-9B40-4C68-AE2F-097B3A0087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2" y="3671313"/>
                <a:ext cx="587311" cy="545287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9B57DAC-7B82-4620-87BF-66128F9E449F}"/>
                  </a:ext>
                </a:extLst>
              </p:cNvPr>
              <p:cNvSpPr/>
              <p:nvPr/>
            </p:nvSpPr>
            <p:spPr>
              <a:xfrm>
                <a:off x="3887912" y="4669713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9B57DAC-7B82-4620-87BF-66128F9E44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2" y="4669713"/>
                <a:ext cx="587311" cy="545287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43361D2-5FE7-4E2D-8E56-2271B55DEAC9}"/>
                  </a:ext>
                </a:extLst>
              </p:cNvPr>
              <p:cNvSpPr/>
              <p:nvPr/>
            </p:nvSpPr>
            <p:spPr>
              <a:xfrm>
                <a:off x="5043490" y="5668113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43361D2-5FE7-4E2D-8E56-2271B55DEA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0" y="5668113"/>
                <a:ext cx="587311" cy="545287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858F10E-180B-478C-89A6-339FEAB3B06C}"/>
                  </a:ext>
                </a:extLst>
              </p:cNvPr>
              <p:cNvSpPr/>
              <p:nvPr/>
            </p:nvSpPr>
            <p:spPr>
              <a:xfrm>
                <a:off x="5043490" y="6666513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858F10E-180B-478C-89A6-339FEAB3B0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0" y="6666513"/>
                <a:ext cx="587311" cy="545287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E38ABC2-1EBA-4705-B45B-67D6A13E7551}"/>
                  </a:ext>
                </a:extLst>
              </p:cNvPr>
              <p:cNvSpPr/>
              <p:nvPr/>
            </p:nvSpPr>
            <p:spPr>
              <a:xfrm>
                <a:off x="5043490" y="7664913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E38ABC2-1EBA-4705-B45B-67D6A13E75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0" y="7664913"/>
                <a:ext cx="587311" cy="545287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52E3D04-5BD2-4AEB-A108-244069A46327}"/>
                  </a:ext>
                </a:extLst>
              </p:cNvPr>
              <p:cNvSpPr/>
              <p:nvPr/>
            </p:nvSpPr>
            <p:spPr>
              <a:xfrm>
                <a:off x="5043490" y="4669713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52E3D04-5BD2-4AEB-A108-244069A463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0" y="4669713"/>
                <a:ext cx="587311" cy="545287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8CE3E03-2F2E-47B9-802C-6A24CD79F5CD}"/>
                  </a:ext>
                </a:extLst>
              </p:cNvPr>
              <p:cNvSpPr/>
              <p:nvPr/>
            </p:nvSpPr>
            <p:spPr>
              <a:xfrm>
                <a:off x="817563" y="2672913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8CE3E03-2F2E-47B9-802C-6A24CD79F5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3" y="2672913"/>
                <a:ext cx="587311" cy="545287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01A4F67-2B92-4677-8FF1-2A2BE82C59B8}"/>
                  </a:ext>
                </a:extLst>
              </p:cNvPr>
              <p:cNvSpPr/>
              <p:nvPr/>
            </p:nvSpPr>
            <p:spPr>
              <a:xfrm>
                <a:off x="817563" y="3668407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01A4F67-2B92-4677-8FF1-2A2BE82C59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3" y="3668407"/>
                <a:ext cx="587311" cy="545287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092727A-E0B9-42FF-BD4B-A9AD0A2A9119}"/>
                  </a:ext>
                </a:extLst>
              </p:cNvPr>
              <p:cNvSpPr/>
              <p:nvPr/>
            </p:nvSpPr>
            <p:spPr>
              <a:xfrm>
                <a:off x="1985672" y="4669711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092727A-E0B9-42FF-BD4B-A9AD0A2A91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672" y="4669711"/>
                <a:ext cx="587311" cy="545287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1D51777-32A5-4BA3-B56B-1A504EE27A0B}"/>
                  </a:ext>
                </a:extLst>
              </p:cNvPr>
              <p:cNvSpPr/>
              <p:nvPr/>
            </p:nvSpPr>
            <p:spPr>
              <a:xfrm>
                <a:off x="817564" y="4669712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1D51777-32A5-4BA3-B56B-1A504EE27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4" y="4669712"/>
                <a:ext cx="587311" cy="545287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0F786E4-7CCF-460A-BE0E-C5A84777C130}"/>
                  </a:ext>
                </a:extLst>
              </p:cNvPr>
              <p:cNvSpPr/>
              <p:nvPr/>
            </p:nvSpPr>
            <p:spPr>
              <a:xfrm>
                <a:off x="1982662" y="5668112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0F786E4-7CCF-460A-BE0E-C5A84777C1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2" y="5668112"/>
                <a:ext cx="587311" cy="545287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D32FF5-3FBA-41B1-A103-D49A6FB95E9F}"/>
                  </a:ext>
                </a:extLst>
              </p:cNvPr>
              <p:cNvSpPr/>
              <p:nvPr/>
            </p:nvSpPr>
            <p:spPr>
              <a:xfrm>
                <a:off x="1982662" y="6666513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D32FF5-3FBA-41B1-A103-D49A6FB95E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2" y="6666513"/>
                <a:ext cx="587311" cy="545287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5A9F88F2-A920-41E7-8A7A-66C01E8BCAB7}"/>
                  </a:ext>
                </a:extLst>
              </p:cNvPr>
              <p:cNvSpPr/>
              <p:nvPr/>
            </p:nvSpPr>
            <p:spPr>
              <a:xfrm>
                <a:off x="1982662" y="7664912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5A9F88F2-A920-41E7-8A7A-66C01E8BCA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2" y="7664912"/>
                <a:ext cx="587311" cy="545287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2F4CBA8-B200-4654-877D-CAED51D7C70D}"/>
              </a:ext>
            </a:extLst>
          </p:cNvPr>
          <p:cNvCxnSpPr>
            <a:cxnSpLocks/>
            <a:stCxn id="21" idx="4"/>
            <a:endCxn id="24" idx="0"/>
          </p:cNvCxnSpPr>
          <p:nvPr/>
        </p:nvCxnSpPr>
        <p:spPr>
          <a:xfrm>
            <a:off x="4181564" y="3218200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34CE515-A80B-47F2-A0D5-FD2452119C1A}"/>
              </a:ext>
            </a:extLst>
          </p:cNvPr>
          <p:cNvCxnSpPr>
            <a:cxnSpLocks/>
            <a:stCxn id="24" idx="4"/>
            <a:endCxn id="25" idx="0"/>
          </p:cNvCxnSpPr>
          <p:nvPr/>
        </p:nvCxnSpPr>
        <p:spPr>
          <a:xfrm>
            <a:off x="4181564" y="4216600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9EF7C1B-7B1D-45CA-B9BA-CE14145A5DE6}"/>
              </a:ext>
            </a:extLst>
          </p:cNvPr>
          <p:cNvCxnSpPr>
            <a:cxnSpLocks/>
            <a:stCxn id="24" idx="4"/>
            <a:endCxn id="37" idx="1"/>
          </p:cNvCxnSpPr>
          <p:nvPr/>
        </p:nvCxnSpPr>
        <p:spPr>
          <a:xfrm>
            <a:off x="4181569" y="4216596"/>
            <a:ext cx="947931" cy="532968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F43BB14-F121-4E17-968F-9B131D8CDF1D}"/>
              </a:ext>
            </a:extLst>
          </p:cNvPr>
          <p:cNvCxnSpPr>
            <a:cxnSpLocks/>
            <a:stCxn id="37" idx="4"/>
            <a:endCxn id="28" idx="0"/>
          </p:cNvCxnSpPr>
          <p:nvPr/>
        </p:nvCxnSpPr>
        <p:spPr>
          <a:xfrm>
            <a:off x="5337141" y="5215000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1A6AF1C-08AF-4070-BB89-9EFDE933C383}"/>
              </a:ext>
            </a:extLst>
          </p:cNvPr>
          <p:cNvCxnSpPr>
            <a:cxnSpLocks/>
            <a:stCxn id="28" idx="4"/>
            <a:endCxn id="31" idx="0"/>
          </p:cNvCxnSpPr>
          <p:nvPr/>
        </p:nvCxnSpPr>
        <p:spPr>
          <a:xfrm>
            <a:off x="5337141" y="6213400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AC75B2-BF4C-42E3-858D-F2043FCA831A}"/>
              </a:ext>
            </a:extLst>
          </p:cNvPr>
          <p:cNvCxnSpPr>
            <a:cxnSpLocks/>
            <a:stCxn id="31" idx="4"/>
            <a:endCxn id="33" idx="0"/>
          </p:cNvCxnSpPr>
          <p:nvPr/>
        </p:nvCxnSpPr>
        <p:spPr>
          <a:xfrm>
            <a:off x="5337141" y="7211800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0905898-C870-4D11-AA9F-F0FDBA4298D7}"/>
              </a:ext>
            </a:extLst>
          </p:cNvPr>
          <p:cNvCxnSpPr>
            <a:cxnSpLocks/>
            <a:stCxn id="24" idx="4"/>
            <a:endCxn id="43" idx="7"/>
          </p:cNvCxnSpPr>
          <p:nvPr/>
        </p:nvCxnSpPr>
        <p:spPr>
          <a:xfrm flipH="1">
            <a:off x="1318866" y="4216600"/>
            <a:ext cx="2862703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F515F62-C1C3-40FF-AC12-85577E6A1B09}"/>
              </a:ext>
            </a:extLst>
          </p:cNvPr>
          <p:cNvCxnSpPr>
            <a:cxnSpLocks/>
            <a:stCxn id="24" idx="4"/>
            <a:endCxn id="42" idx="7"/>
          </p:cNvCxnSpPr>
          <p:nvPr/>
        </p:nvCxnSpPr>
        <p:spPr>
          <a:xfrm flipH="1">
            <a:off x="2486973" y="4216600"/>
            <a:ext cx="1694595" cy="532966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73D8C43-6F3A-4DD8-A0A3-9E8F6B47EB52}"/>
              </a:ext>
            </a:extLst>
          </p:cNvPr>
          <p:cNvCxnSpPr>
            <a:cxnSpLocks/>
            <a:stCxn id="4" idx="4"/>
            <a:endCxn id="40" idx="7"/>
          </p:cNvCxnSpPr>
          <p:nvPr/>
        </p:nvCxnSpPr>
        <p:spPr>
          <a:xfrm flipH="1">
            <a:off x="1318862" y="2219797"/>
            <a:ext cx="2862704" cy="532968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E23FAC1-D7EA-4017-917F-DA69396302B5}"/>
              </a:ext>
            </a:extLst>
          </p:cNvPr>
          <p:cNvCxnSpPr>
            <a:cxnSpLocks/>
            <a:stCxn id="21" idx="4"/>
            <a:endCxn id="41" idx="7"/>
          </p:cNvCxnSpPr>
          <p:nvPr/>
        </p:nvCxnSpPr>
        <p:spPr>
          <a:xfrm flipH="1">
            <a:off x="1318864" y="3218200"/>
            <a:ext cx="2862704" cy="530062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64ED8D1-E3EC-433E-BFD7-85E15CA464E7}"/>
              </a:ext>
            </a:extLst>
          </p:cNvPr>
          <p:cNvCxnSpPr>
            <a:cxnSpLocks/>
            <a:stCxn id="37" idx="4"/>
            <a:endCxn id="44" idx="7"/>
          </p:cNvCxnSpPr>
          <p:nvPr/>
        </p:nvCxnSpPr>
        <p:spPr>
          <a:xfrm flipH="1">
            <a:off x="2483961" y="5215000"/>
            <a:ext cx="2853182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A85547D-BA6D-465B-9B00-52ADE8219738}"/>
              </a:ext>
            </a:extLst>
          </p:cNvPr>
          <p:cNvCxnSpPr>
            <a:cxnSpLocks/>
            <a:stCxn id="28" idx="4"/>
            <a:endCxn id="45" idx="7"/>
          </p:cNvCxnSpPr>
          <p:nvPr/>
        </p:nvCxnSpPr>
        <p:spPr>
          <a:xfrm flipH="1">
            <a:off x="2483963" y="6213397"/>
            <a:ext cx="2853183" cy="532968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A8DF2C9-75FB-4DB2-8F24-2DE465D6EFF8}"/>
              </a:ext>
            </a:extLst>
          </p:cNvPr>
          <p:cNvCxnSpPr>
            <a:cxnSpLocks/>
            <a:stCxn id="31" idx="4"/>
            <a:endCxn id="46" idx="7"/>
          </p:cNvCxnSpPr>
          <p:nvPr/>
        </p:nvCxnSpPr>
        <p:spPr>
          <a:xfrm flipH="1">
            <a:off x="2483963" y="7211800"/>
            <a:ext cx="2853183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BE52BD8-F4BA-43B3-B1B0-A41129EA80EE}"/>
              </a:ext>
            </a:extLst>
          </p:cNvPr>
          <p:cNvSpPr txBox="1"/>
          <p:nvPr/>
        </p:nvSpPr>
        <p:spPr>
          <a:xfrm>
            <a:off x="276226" y="249331"/>
            <a:ext cx="2714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mechanized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F4CF3A3-F0E5-4ACB-8853-D8D5811DF2F9}"/>
              </a:ext>
            </a:extLst>
          </p:cNvPr>
          <p:cNvSpPr txBox="1"/>
          <p:nvPr/>
        </p:nvSpPr>
        <p:spPr>
          <a:xfrm>
            <a:off x="3367934" y="263253"/>
            <a:ext cx="2714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executable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BFD5E95A-3316-4C33-9B1C-287EAC8A974E}"/>
              </a:ext>
            </a:extLst>
          </p:cNvPr>
          <p:cNvCxnSpPr>
            <a:cxnSpLocks/>
          </p:cNvCxnSpPr>
          <p:nvPr/>
        </p:nvCxnSpPr>
        <p:spPr>
          <a:xfrm>
            <a:off x="3227259" y="249331"/>
            <a:ext cx="0" cy="8460913"/>
          </a:xfrm>
          <a:prstGeom prst="line">
            <a:avLst/>
          </a:prstGeom>
          <a:ln w="603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6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2738</TotalTime>
  <Words>34</Words>
  <Application>Microsoft Office PowerPoint</Application>
  <PresentationFormat>Custom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</dc:creator>
  <cp:lastModifiedBy>PP</cp:lastModifiedBy>
  <cp:revision>17</cp:revision>
  <dcterms:created xsi:type="dcterms:W3CDTF">2026-05-28T22:06:48Z</dcterms:created>
  <dcterms:modified xsi:type="dcterms:W3CDTF">2026-05-30T19:45:03Z</dcterms:modified>
</cp:coreProperties>
</file>