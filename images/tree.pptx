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6400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3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346837"/>
            <a:ext cx="5440680" cy="2865120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4322446"/>
            <a:ext cx="4800600" cy="1986914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6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9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2051689"/>
            <a:ext cx="5520690" cy="3423284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5507358"/>
            <a:ext cx="5520690" cy="1800224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/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5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2190749"/>
            <a:ext cx="2720340" cy="52216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2190749"/>
            <a:ext cx="2720340" cy="52216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9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38153"/>
            <a:ext cx="552069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2017397"/>
            <a:ext cx="2707838" cy="988694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3006090"/>
            <a:ext cx="2707838" cy="44215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2017397"/>
            <a:ext cx="2721174" cy="988694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3006090"/>
            <a:ext cx="2721174" cy="44215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5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6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2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91" y="548640"/>
            <a:ext cx="2064425" cy="19202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6" y="1184912"/>
            <a:ext cx="3240405" cy="5848350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91" y="2468880"/>
            <a:ext cx="2064425" cy="4573906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8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91" y="548640"/>
            <a:ext cx="2064425" cy="19202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6" y="1184912"/>
            <a:ext cx="3240405" cy="5848350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91" y="2468880"/>
            <a:ext cx="2064425" cy="4573906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5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0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5" y="438150"/>
            <a:ext cx="1380173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438150"/>
            <a:ext cx="4060508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8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438153"/>
            <a:ext cx="552069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2190749"/>
            <a:ext cx="5520690" cy="5221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7627622"/>
            <a:ext cx="14401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16130-5E25-47D4-A299-838FA462597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7627622"/>
            <a:ext cx="21602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7627622"/>
            <a:ext cx="14401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A510F-2A0A-4F15-9C22-219DB5FB73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0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3C0A0A-547E-4438-BDC2-B37C677C5FF1}"/>
                  </a:ext>
                </a:extLst>
              </p:cNvPr>
              <p:cNvSpPr/>
              <p:nvPr/>
            </p:nvSpPr>
            <p:spPr>
              <a:xfrm>
                <a:off x="2853339" y="1929238"/>
                <a:ext cx="685800" cy="639191"/>
              </a:xfrm>
              <a:prstGeom prst="ellipse">
                <a:avLst/>
              </a:prstGeom>
              <a:solidFill>
                <a:srgbClr val="92D050">
                  <a:alpha val="3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3C0A0A-547E-4438-BDC2-B37C677C5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339" y="1929238"/>
                <a:ext cx="685800" cy="63919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7B2E6A1-D805-4ADD-B147-E7F41D8D38FD}"/>
                  </a:ext>
                </a:extLst>
              </p:cNvPr>
              <p:cNvSpPr/>
              <p:nvPr/>
            </p:nvSpPr>
            <p:spPr>
              <a:xfrm>
                <a:off x="2853339" y="3168785"/>
                <a:ext cx="685800" cy="639191"/>
              </a:xfrm>
              <a:prstGeom prst="ellipse">
                <a:avLst/>
              </a:prstGeom>
              <a:solidFill>
                <a:srgbClr val="92D050">
                  <a:alpha val="3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7B2E6A1-D805-4ADD-B147-E7F41D8D38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339" y="3168785"/>
                <a:ext cx="685800" cy="63919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1194280-CC55-4337-848C-214AED77258F}"/>
                  </a:ext>
                </a:extLst>
              </p:cNvPr>
              <p:cNvSpPr/>
              <p:nvPr/>
            </p:nvSpPr>
            <p:spPr>
              <a:xfrm>
                <a:off x="2853339" y="4461045"/>
                <a:ext cx="685800" cy="639191"/>
              </a:xfrm>
              <a:prstGeom prst="ellipse">
                <a:avLst/>
              </a:prstGeom>
              <a:solidFill>
                <a:srgbClr val="92D050">
                  <a:alpha val="3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1194280-CC55-4337-848C-214AED772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339" y="4461045"/>
                <a:ext cx="685800" cy="63919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C11B7CA-40D2-4249-8A95-05850EDDEB21}"/>
                  </a:ext>
                </a:extLst>
              </p:cNvPr>
              <p:cNvSpPr/>
              <p:nvPr/>
            </p:nvSpPr>
            <p:spPr>
              <a:xfrm>
                <a:off x="1596870" y="5620688"/>
                <a:ext cx="685800" cy="639191"/>
              </a:xfrm>
              <a:prstGeom prst="ellipse">
                <a:avLst/>
              </a:prstGeom>
              <a:solidFill>
                <a:srgbClr val="92D050">
                  <a:alpha val="3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C11B7CA-40D2-4249-8A95-05850EDDE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870" y="5620688"/>
                <a:ext cx="685800" cy="63919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2F22B74-BF5C-42B8-8447-060E3D4B67DD}"/>
                  </a:ext>
                </a:extLst>
              </p:cNvPr>
              <p:cNvSpPr/>
              <p:nvPr/>
            </p:nvSpPr>
            <p:spPr>
              <a:xfrm>
                <a:off x="4118131" y="5620688"/>
                <a:ext cx="685800" cy="639191"/>
              </a:xfrm>
              <a:prstGeom prst="ellipse">
                <a:avLst/>
              </a:prstGeom>
              <a:solidFill>
                <a:schemeClr val="bg1">
                  <a:lumMod val="75000"/>
                  <a:alpha val="3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2F22B74-BF5C-42B8-8447-060E3D4B6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131" y="5620688"/>
                <a:ext cx="685800" cy="63919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0FD7A6-6AD4-4C97-902D-BFD44B880F28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3196239" y="2568424"/>
            <a:ext cx="0" cy="600356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15499B-AC20-4079-AD5D-F0CBBCB0B4C5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3196239" y="3807976"/>
            <a:ext cx="0" cy="653069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12BBBB-B258-4147-8F8B-5AB40C3D3A46}"/>
              </a:ext>
            </a:extLst>
          </p:cNvPr>
          <p:cNvCxnSpPr>
            <a:cxnSpLocks/>
            <a:stCxn id="10" idx="3"/>
            <a:endCxn id="11" idx="7"/>
          </p:cNvCxnSpPr>
          <p:nvPr/>
        </p:nvCxnSpPr>
        <p:spPr>
          <a:xfrm flipH="1">
            <a:off x="2182240" y="5006620"/>
            <a:ext cx="771536" cy="707666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6AAB2E-B82A-4F9E-A65E-7C2B977D191A}"/>
              </a:ext>
            </a:extLst>
          </p:cNvPr>
          <p:cNvCxnSpPr>
            <a:cxnSpLocks/>
            <a:stCxn id="10" idx="5"/>
            <a:endCxn id="12" idx="1"/>
          </p:cNvCxnSpPr>
          <p:nvPr/>
        </p:nvCxnSpPr>
        <p:spPr>
          <a:xfrm>
            <a:off x="3438717" y="5006620"/>
            <a:ext cx="779859" cy="70766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E71490-5FC3-49F9-8E7E-6C1B74C18EF9}"/>
                  </a:ext>
                </a:extLst>
              </p:cNvPr>
              <p:cNvSpPr txBox="1"/>
              <p:nvPr/>
            </p:nvSpPr>
            <p:spPr>
              <a:xfrm>
                <a:off x="484799" y="4971543"/>
                <a:ext cx="21975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&lt;10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E71490-5FC3-49F9-8E7E-6C1B74C18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9" y="4971543"/>
                <a:ext cx="219751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399CB5-C6FA-4D6F-AEFF-AAC0BAEDA925}"/>
                  </a:ext>
                </a:extLst>
              </p:cNvPr>
              <p:cNvSpPr txBox="1"/>
              <p:nvPr/>
            </p:nvSpPr>
            <p:spPr>
              <a:xfrm>
                <a:off x="3828643" y="4968905"/>
                <a:ext cx="265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&lt;0∨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≥10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399CB5-C6FA-4D6F-AEFF-AAC0BAEDA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643" y="4968905"/>
                <a:ext cx="265123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68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3C0A0A-547E-4438-BDC2-B37C677C5FF1}"/>
                  </a:ext>
                </a:extLst>
              </p:cNvPr>
              <p:cNvSpPr/>
              <p:nvPr/>
            </p:nvSpPr>
            <p:spPr>
              <a:xfrm>
                <a:off x="3887915" y="12067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33C0A0A-547E-4438-BDC2-B37C677C5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15" y="1206797"/>
                <a:ext cx="587311" cy="54528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12BBBB-B258-4147-8F8B-5AB40C3D3A46}"/>
              </a:ext>
            </a:extLst>
          </p:cNvPr>
          <p:cNvCxnSpPr>
            <a:cxnSpLocks/>
            <a:stCxn id="4" idx="4"/>
            <a:endCxn id="21" idx="0"/>
          </p:cNvCxnSpPr>
          <p:nvPr/>
        </p:nvCxnSpPr>
        <p:spPr>
          <a:xfrm>
            <a:off x="4181564" y="1752084"/>
            <a:ext cx="0" cy="4531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16CD3F4-3181-47FC-9FA5-875A88176453}"/>
                  </a:ext>
                </a:extLst>
              </p:cNvPr>
              <p:cNvSpPr/>
              <p:nvPr/>
            </p:nvSpPr>
            <p:spPr>
              <a:xfrm>
                <a:off x="3887915" y="22051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16CD3F4-3181-47FC-9FA5-875A88176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15" y="2205197"/>
                <a:ext cx="587311" cy="54528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9DB4C9F-9B40-4C68-AE2F-097B3A0087D6}"/>
                  </a:ext>
                </a:extLst>
              </p:cNvPr>
              <p:cNvSpPr/>
              <p:nvPr/>
            </p:nvSpPr>
            <p:spPr>
              <a:xfrm>
                <a:off x="3887915" y="32035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9DB4C9F-9B40-4C68-AE2F-097B3A008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15" y="3203597"/>
                <a:ext cx="587311" cy="54528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9B57DAC-7B82-4620-87BF-66128F9E449F}"/>
                  </a:ext>
                </a:extLst>
              </p:cNvPr>
              <p:cNvSpPr/>
              <p:nvPr/>
            </p:nvSpPr>
            <p:spPr>
              <a:xfrm>
                <a:off x="3887915" y="42019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9B57DAC-7B82-4620-87BF-66128F9E44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15" y="4201997"/>
                <a:ext cx="587311" cy="54528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43361D2-5FE7-4E2D-8E56-2271B55DEAC9}"/>
                  </a:ext>
                </a:extLst>
              </p:cNvPr>
              <p:cNvSpPr/>
              <p:nvPr/>
            </p:nvSpPr>
            <p:spPr>
              <a:xfrm>
                <a:off x="5043493" y="52003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43361D2-5FE7-4E2D-8E56-2271B55DEA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93" y="5200397"/>
                <a:ext cx="587311" cy="54528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858F10E-180B-478C-89A6-339FEAB3B06C}"/>
                  </a:ext>
                </a:extLst>
              </p:cNvPr>
              <p:cNvSpPr/>
              <p:nvPr/>
            </p:nvSpPr>
            <p:spPr>
              <a:xfrm>
                <a:off x="5043493" y="61987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858F10E-180B-478C-89A6-339FEAB3B0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93" y="6198797"/>
                <a:ext cx="587311" cy="54528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E38ABC2-1EBA-4705-B45B-67D6A13E7551}"/>
                  </a:ext>
                </a:extLst>
              </p:cNvPr>
              <p:cNvSpPr/>
              <p:nvPr/>
            </p:nvSpPr>
            <p:spPr>
              <a:xfrm>
                <a:off x="5043493" y="71971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E38ABC2-1EBA-4705-B45B-67D6A13E75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93" y="7197197"/>
                <a:ext cx="587311" cy="54528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52E3D04-5BD2-4AEB-A108-244069A46327}"/>
                  </a:ext>
                </a:extLst>
              </p:cNvPr>
              <p:cNvSpPr/>
              <p:nvPr/>
            </p:nvSpPr>
            <p:spPr>
              <a:xfrm>
                <a:off x="5043493" y="4201997"/>
                <a:ext cx="587311" cy="545287"/>
              </a:xfrm>
              <a:prstGeom prst="ellipse">
                <a:avLst/>
              </a:prstGeom>
              <a:solidFill>
                <a:srgbClr val="EDE311">
                  <a:alpha val="29804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52E3D04-5BD2-4AEB-A108-244069A46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93" y="4201997"/>
                <a:ext cx="587311" cy="54528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8CE3E03-2F2E-47B9-802C-6A24CD79F5CD}"/>
                  </a:ext>
                </a:extLst>
              </p:cNvPr>
              <p:cNvSpPr/>
              <p:nvPr/>
            </p:nvSpPr>
            <p:spPr>
              <a:xfrm>
                <a:off x="817566" y="2205197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8CE3E03-2F2E-47B9-802C-6A24CD79F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66" y="2205197"/>
                <a:ext cx="587311" cy="54528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01A4F67-2B92-4677-8FF1-2A2BE82C59B8}"/>
                  </a:ext>
                </a:extLst>
              </p:cNvPr>
              <p:cNvSpPr/>
              <p:nvPr/>
            </p:nvSpPr>
            <p:spPr>
              <a:xfrm>
                <a:off x="817566" y="3200691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01A4F67-2B92-4677-8FF1-2A2BE82C5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66" y="3200691"/>
                <a:ext cx="587311" cy="54528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092727A-E0B9-42FF-BD4B-A9AD0A2A9119}"/>
                  </a:ext>
                </a:extLst>
              </p:cNvPr>
              <p:cNvSpPr/>
              <p:nvPr/>
            </p:nvSpPr>
            <p:spPr>
              <a:xfrm>
                <a:off x="1985675" y="4201995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092727A-E0B9-42FF-BD4B-A9AD0A2A9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675" y="4201995"/>
                <a:ext cx="587311" cy="54528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1D51777-32A5-4BA3-B56B-1A504EE27A0B}"/>
                  </a:ext>
                </a:extLst>
              </p:cNvPr>
              <p:cNvSpPr/>
              <p:nvPr/>
            </p:nvSpPr>
            <p:spPr>
              <a:xfrm>
                <a:off x="817567" y="4201996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1D51777-32A5-4BA3-B56B-1A504EE27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67" y="4201996"/>
                <a:ext cx="587311" cy="545287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0F786E4-7CCF-460A-BE0E-C5A84777C130}"/>
                  </a:ext>
                </a:extLst>
              </p:cNvPr>
              <p:cNvSpPr/>
              <p:nvPr/>
            </p:nvSpPr>
            <p:spPr>
              <a:xfrm>
                <a:off x="1982665" y="5200396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0F786E4-7CCF-460A-BE0E-C5A84777C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65" y="5200396"/>
                <a:ext cx="587311" cy="545287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CD32FF5-3FBA-41B1-A103-D49A6FB95E9F}"/>
                  </a:ext>
                </a:extLst>
              </p:cNvPr>
              <p:cNvSpPr/>
              <p:nvPr/>
            </p:nvSpPr>
            <p:spPr>
              <a:xfrm>
                <a:off x="1982665" y="6198797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CD32FF5-3FBA-41B1-A103-D49A6FB95E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65" y="6198797"/>
                <a:ext cx="587311" cy="545287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A9F88F2-A920-41E7-8A7A-66C01E8BCAB7}"/>
                  </a:ext>
                </a:extLst>
              </p:cNvPr>
              <p:cNvSpPr/>
              <p:nvPr/>
            </p:nvSpPr>
            <p:spPr>
              <a:xfrm>
                <a:off x="1982665" y="7197196"/>
                <a:ext cx="587311" cy="545287"/>
              </a:xfrm>
              <a:prstGeom prst="ellipse">
                <a:avLst/>
              </a:prstGeom>
              <a:solidFill>
                <a:srgbClr val="0070C0">
                  <a:alpha val="20000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37160" tIns="0" rIns="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A9F88F2-A920-41E7-8A7A-66C01E8BCA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65" y="7197196"/>
                <a:ext cx="587311" cy="545287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2F4CBA8-B200-4654-877D-CAED51D7C70D}"/>
              </a:ext>
            </a:extLst>
          </p:cNvPr>
          <p:cNvCxnSpPr>
            <a:cxnSpLocks/>
            <a:stCxn id="21" idx="4"/>
            <a:endCxn id="24" idx="0"/>
          </p:cNvCxnSpPr>
          <p:nvPr/>
        </p:nvCxnSpPr>
        <p:spPr>
          <a:xfrm>
            <a:off x="4181564" y="2750484"/>
            <a:ext cx="0" cy="4531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34CE515-A80B-47F2-A0D5-FD2452119C1A}"/>
              </a:ext>
            </a:extLst>
          </p:cNvPr>
          <p:cNvCxnSpPr>
            <a:cxnSpLocks/>
            <a:stCxn id="24" idx="4"/>
            <a:endCxn id="25" idx="0"/>
          </p:cNvCxnSpPr>
          <p:nvPr/>
        </p:nvCxnSpPr>
        <p:spPr>
          <a:xfrm>
            <a:off x="4181564" y="3748884"/>
            <a:ext cx="0" cy="4531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9EF7C1B-7B1D-45CA-B9BA-CE14145A5DE6}"/>
              </a:ext>
            </a:extLst>
          </p:cNvPr>
          <p:cNvCxnSpPr>
            <a:cxnSpLocks/>
            <a:stCxn id="24" idx="4"/>
            <a:endCxn id="37" idx="1"/>
          </p:cNvCxnSpPr>
          <p:nvPr/>
        </p:nvCxnSpPr>
        <p:spPr>
          <a:xfrm>
            <a:off x="4181572" y="3748877"/>
            <a:ext cx="947931" cy="532968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43BB14-F121-4E17-968F-9B131D8CDF1D}"/>
              </a:ext>
            </a:extLst>
          </p:cNvPr>
          <p:cNvCxnSpPr>
            <a:cxnSpLocks/>
            <a:stCxn id="37" idx="4"/>
            <a:endCxn id="28" idx="0"/>
          </p:cNvCxnSpPr>
          <p:nvPr/>
        </p:nvCxnSpPr>
        <p:spPr>
          <a:xfrm>
            <a:off x="5337141" y="4747284"/>
            <a:ext cx="0" cy="4531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1A6AF1C-08AF-4070-BB89-9EFDE933C383}"/>
              </a:ext>
            </a:extLst>
          </p:cNvPr>
          <p:cNvCxnSpPr>
            <a:cxnSpLocks/>
            <a:stCxn id="28" idx="4"/>
            <a:endCxn id="31" idx="0"/>
          </p:cNvCxnSpPr>
          <p:nvPr/>
        </p:nvCxnSpPr>
        <p:spPr>
          <a:xfrm>
            <a:off x="5337141" y="5745684"/>
            <a:ext cx="0" cy="4531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CAC75B2-BF4C-42E3-858D-F2043FCA831A}"/>
              </a:ext>
            </a:extLst>
          </p:cNvPr>
          <p:cNvCxnSpPr>
            <a:cxnSpLocks/>
            <a:stCxn id="31" idx="4"/>
            <a:endCxn id="33" idx="0"/>
          </p:cNvCxnSpPr>
          <p:nvPr/>
        </p:nvCxnSpPr>
        <p:spPr>
          <a:xfrm>
            <a:off x="5337141" y="6744084"/>
            <a:ext cx="0" cy="4531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0905898-C870-4D11-AA9F-F0FDBA4298D7}"/>
              </a:ext>
            </a:extLst>
          </p:cNvPr>
          <p:cNvCxnSpPr>
            <a:cxnSpLocks/>
            <a:stCxn id="24" idx="4"/>
            <a:endCxn id="43" idx="7"/>
          </p:cNvCxnSpPr>
          <p:nvPr/>
        </p:nvCxnSpPr>
        <p:spPr>
          <a:xfrm flipH="1">
            <a:off x="1318869" y="3748884"/>
            <a:ext cx="2862703" cy="53296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F515F62-C1C3-40FF-AC12-85577E6A1B09}"/>
              </a:ext>
            </a:extLst>
          </p:cNvPr>
          <p:cNvCxnSpPr>
            <a:cxnSpLocks/>
            <a:stCxn id="24" idx="4"/>
            <a:endCxn id="42" idx="7"/>
          </p:cNvCxnSpPr>
          <p:nvPr/>
        </p:nvCxnSpPr>
        <p:spPr>
          <a:xfrm flipH="1">
            <a:off x="2486976" y="3748881"/>
            <a:ext cx="1694595" cy="53296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73D8C43-6F3A-4DD8-A0A3-9E8F6B47EB52}"/>
              </a:ext>
            </a:extLst>
          </p:cNvPr>
          <p:cNvCxnSpPr>
            <a:cxnSpLocks/>
            <a:stCxn id="4" idx="4"/>
            <a:endCxn id="40" idx="7"/>
          </p:cNvCxnSpPr>
          <p:nvPr/>
        </p:nvCxnSpPr>
        <p:spPr>
          <a:xfrm flipH="1">
            <a:off x="1318862" y="1752078"/>
            <a:ext cx="2862704" cy="53296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E23FAC1-D7EA-4017-917F-DA69396302B5}"/>
              </a:ext>
            </a:extLst>
          </p:cNvPr>
          <p:cNvCxnSpPr>
            <a:cxnSpLocks/>
            <a:stCxn id="21" idx="4"/>
            <a:endCxn id="41" idx="7"/>
          </p:cNvCxnSpPr>
          <p:nvPr/>
        </p:nvCxnSpPr>
        <p:spPr>
          <a:xfrm flipH="1">
            <a:off x="1318864" y="2750481"/>
            <a:ext cx="2862704" cy="53006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64ED8D1-E3EC-433E-BFD7-85E15CA464E7}"/>
              </a:ext>
            </a:extLst>
          </p:cNvPr>
          <p:cNvCxnSpPr>
            <a:cxnSpLocks/>
            <a:stCxn id="37" idx="4"/>
            <a:endCxn id="44" idx="7"/>
          </p:cNvCxnSpPr>
          <p:nvPr/>
        </p:nvCxnSpPr>
        <p:spPr>
          <a:xfrm flipH="1">
            <a:off x="2483961" y="4747284"/>
            <a:ext cx="2853182" cy="53296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A85547D-BA6D-465B-9B00-52ADE8219738}"/>
              </a:ext>
            </a:extLst>
          </p:cNvPr>
          <p:cNvCxnSpPr>
            <a:cxnSpLocks/>
            <a:stCxn id="28" idx="4"/>
            <a:endCxn id="45" idx="7"/>
          </p:cNvCxnSpPr>
          <p:nvPr/>
        </p:nvCxnSpPr>
        <p:spPr>
          <a:xfrm flipH="1">
            <a:off x="2483966" y="5745678"/>
            <a:ext cx="2853183" cy="53296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A8DF2C9-75FB-4DB2-8F24-2DE465D6EFF8}"/>
              </a:ext>
            </a:extLst>
          </p:cNvPr>
          <p:cNvCxnSpPr>
            <a:cxnSpLocks/>
            <a:stCxn id="31" idx="4"/>
            <a:endCxn id="46" idx="7"/>
          </p:cNvCxnSpPr>
          <p:nvPr/>
        </p:nvCxnSpPr>
        <p:spPr>
          <a:xfrm flipH="1">
            <a:off x="2483966" y="6744084"/>
            <a:ext cx="2853183" cy="53296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BE52BD8-F4BA-43B3-B1B0-A41129EA80EE}"/>
              </a:ext>
            </a:extLst>
          </p:cNvPr>
          <p:cNvSpPr txBox="1"/>
          <p:nvPr/>
        </p:nvSpPr>
        <p:spPr>
          <a:xfrm>
            <a:off x="4141084" y="279370"/>
            <a:ext cx="2392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+mj-lt"/>
              </a:rPr>
              <a:t>executable semantics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F4CF3A3-F0E5-4ACB-8853-D8D5811DF2F9}"/>
              </a:ext>
            </a:extLst>
          </p:cNvPr>
          <p:cNvSpPr txBox="1"/>
          <p:nvPr/>
        </p:nvSpPr>
        <p:spPr>
          <a:xfrm>
            <a:off x="689145" y="279370"/>
            <a:ext cx="2587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+mj-lt"/>
              </a:rPr>
              <a:t>mechanized semantics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FD5E95A-3316-4C33-9B1C-287EAC8A974E}"/>
              </a:ext>
            </a:extLst>
          </p:cNvPr>
          <p:cNvCxnSpPr>
            <a:cxnSpLocks/>
          </p:cNvCxnSpPr>
          <p:nvPr/>
        </p:nvCxnSpPr>
        <p:spPr>
          <a:xfrm flipH="1">
            <a:off x="3200400" y="895704"/>
            <a:ext cx="26859" cy="7319329"/>
          </a:xfrm>
          <a:prstGeom prst="line">
            <a:avLst/>
          </a:prstGeom>
          <a:ln w="762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CD4AC1F-EE79-4A70-9DA9-9F9C61341975}"/>
              </a:ext>
            </a:extLst>
          </p:cNvPr>
          <p:cNvCxnSpPr>
            <a:cxnSpLocks/>
          </p:cNvCxnSpPr>
          <p:nvPr/>
        </p:nvCxnSpPr>
        <p:spPr>
          <a:xfrm>
            <a:off x="3512638" y="496664"/>
            <a:ext cx="62844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D271DAC-0502-486A-869F-B2733E7542E5}"/>
              </a:ext>
            </a:extLst>
          </p:cNvPr>
          <p:cNvCxnSpPr>
            <a:cxnSpLocks/>
          </p:cNvCxnSpPr>
          <p:nvPr/>
        </p:nvCxnSpPr>
        <p:spPr>
          <a:xfrm>
            <a:off x="71209" y="496664"/>
            <a:ext cx="62844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50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2918</TotalTime>
  <Words>36</Words>
  <Application>Microsoft Office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23</cp:revision>
  <dcterms:created xsi:type="dcterms:W3CDTF">2026-05-28T22:06:48Z</dcterms:created>
  <dcterms:modified xsi:type="dcterms:W3CDTF">2026-05-30T22:45:16Z</dcterms:modified>
</cp:coreProperties>
</file>