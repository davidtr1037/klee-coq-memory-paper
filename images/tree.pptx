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64008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3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225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346837"/>
            <a:ext cx="5440680" cy="286512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322446"/>
            <a:ext cx="4800600" cy="1986914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6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93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2051689"/>
            <a:ext cx="5520690" cy="3423284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5507358"/>
            <a:ext cx="5520690" cy="1800224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75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190749"/>
            <a:ext cx="2720340" cy="52216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190749"/>
            <a:ext cx="2720340" cy="52216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491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38153"/>
            <a:ext cx="552069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2017397"/>
            <a:ext cx="2707838" cy="988694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3006090"/>
            <a:ext cx="2707838" cy="44215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2017397"/>
            <a:ext cx="2721174" cy="988694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3006090"/>
            <a:ext cx="2721174" cy="44215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35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69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28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1" y="548640"/>
            <a:ext cx="2064425" cy="19202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6" y="1184912"/>
            <a:ext cx="3240405" cy="5848350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1" y="2468880"/>
            <a:ext cx="2064425" cy="4573906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84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1" y="548640"/>
            <a:ext cx="2064425" cy="19202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6" y="1184912"/>
            <a:ext cx="3240405" cy="5848350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1" y="2468880"/>
            <a:ext cx="2064425" cy="4573906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050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04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5" y="438150"/>
            <a:ext cx="1380173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38150"/>
            <a:ext cx="4060508" cy="697420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8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38153"/>
            <a:ext cx="552069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190749"/>
            <a:ext cx="5520690" cy="5221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7627622"/>
            <a:ext cx="14401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7627622"/>
            <a:ext cx="216027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7627622"/>
            <a:ext cx="14401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06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2853339" y="1929238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1929238"/>
                <a:ext cx="685800" cy="63919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/>
              <p:nvPr/>
            </p:nvSpPr>
            <p:spPr>
              <a:xfrm>
                <a:off x="2853339" y="316878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3168785"/>
                <a:ext cx="685800" cy="63919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/>
              <p:nvPr/>
            </p:nvSpPr>
            <p:spPr>
              <a:xfrm>
                <a:off x="2853339" y="446104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4461045"/>
                <a:ext cx="685800" cy="63919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/>
              <p:nvPr/>
            </p:nvSpPr>
            <p:spPr>
              <a:xfrm>
                <a:off x="1596870" y="5620688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870" y="5620688"/>
                <a:ext cx="685800" cy="63919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/>
              <p:nvPr/>
            </p:nvSpPr>
            <p:spPr>
              <a:xfrm>
                <a:off x="4118131" y="5620688"/>
                <a:ext cx="685800" cy="639191"/>
              </a:xfrm>
              <a:prstGeom prst="ellipse">
                <a:avLst/>
              </a:prstGeom>
              <a:solidFill>
                <a:schemeClr val="bg1">
                  <a:lumMod val="75000"/>
                  <a:alpha val="3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131" y="5620688"/>
                <a:ext cx="685800" cy="639191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0FD7A6-6AD4-4C97-902D-BFD44B880F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>
            <a:off x="3196239" y="2568424"/>
            <a:ext cx="0" cy="60035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5499B-AC20-4079-AD5D-F0CBBCB0B4C5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>
            <a:off x="3196239" y="3807976"/>
            <a:ext cx="0" cy="653069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>
          <a:xfrm flipH="1">
            <a:off x="2182240" y="5006620"/>
            <a:ext cx="771536" cy="70766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6AAB2E-B82A-4F9E-A65E-7C2B977D191A}"/>
              </a:ext>
            </a:extLst>
          </p:cNvPr>
          <p:cNvCxnSpPr>
            <a:cxnSpLocks/>
            <a:stCxn id="10" idx="5"/>
            <a:endCxn id="12" idx="1"/>
          </p:cNvCxnSpPr>
          <p:nvPr/>
        </p:nvCxnSpPr>
        <p:spPr>
          <a:xfrm>
            <a:off x="3438717" y="5006620"/>
            <a:ext cx="779859" cy="70766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/>
              <p:nvPr/>
            </p:nvSpPr>
            <p:spPr>
              <a:xfrm>
                <a:off x="484799" y="4971543"/>
                <a:ext cx="219751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9" y="4971543"/>
                <a:ext cx="219751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/>
              <p:nvPr/>
            </p:nvSpPr>
            <p:spPr>
              <a:xfrm>
                <a:off x="3828643" y="4968905"/>
                <a:ext cx="26512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&lt;0∨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≥10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643" y="4968905"/>
                <a:ext cx="265123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686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3887915" y="12173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1217316"/>
                <a:ext cx="587311" cy="545287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4" idx="4"/>
            <a:endCxn id="21" idx="0"/>
          </p:cNvCxnSpPr>
          <p:nvPr/>
        </p:nvCxnSpPr>
        <p:spPr>
          <a:xfrm>
            <a:off x="4181564" y="17626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/>
              <p:nvPr/>
            </p:nvSpPr>
            <p:spPr>
              <a:xfrm>
                <a:off x="3887915" y="22157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2215716"/>
                <a:ext cx="587311" cy="545287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/>
              <p:nvPr/>
            </p:nvSpPr>
            <p:spPr>
              <a:xfrm>
                <a:off x="3887915" y="32141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3214116"/>
                <a:ext cx="587311" cy="54528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/>
              <p:nvPr/>
            </p:nvSpPr>
            <p:spPr>
              <a:xfrm>
                <a:off x="3887915" y="42125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4212516"/>
                <a:ext cx="587311" cy="54528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/>
              <p:nvPr/>
            </p:nvSpPr>
            <p:spPr>
              <a:xfrm>
                <a:off x="5043493" y="52109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5210916"/>
                <a:ext cx="587311" cy="545287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/>
              <p:nvPr/>
            </p:nvSpPr>
            <p:spPr>
              <a:xfrm>
                <a:off x="5043493" y="62093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6209316"/>
                <a:ext cx="587311" cy="54528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/>
              <p:nvPr/>
            </p:nvSpPr>
            <p:spPr>
              <a:xfrm>
                <a:off x="5043493" y="72077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7207716"/>
                <a:ext cx="587311" cy="545287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/>
              <p:nvPr/>
            </p:nvSpPr>
            <p:spPr>
              <a:xfrm>
                <a:off x="5043493" y="4212516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4212516"/>
                <a:ext cx="587311" cy="545287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/>
              <p:nvPr/>
            </p:nvSpPr>
            <p:spPr>
              <a:xfrm>
                <a:off x="817566" y="2215716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6" y="2215716"/>
                <a:ext cx="587311" cy="545287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/>
              <p:nvPr/>
            </p:nvSpPr>
            <p:spPr>
              <a:xfrm>
                <a:off x="817566" y="3211210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6" y="3211210"/>
                <a:ext cx="587311" cy="545287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/>
              <p:nvPr/>
            </p:nvSpPr>
            <p:spPr>
              <a:xfrm>
                <a:off x="1985675" y="4212514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675" y="4212514"/>
                <a:ext cx="587311" cy="545287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/>
              <p:nvPr/>
            </p:nvSpPr>
            <p:spPr>
              <a:xfrm>
                <a:off x="817567" y="4212515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7" y="4212515"/>
                <a:ext cx="587311" cy="545287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/>
              <p:nvPr/>
            </p:nvSpPr>
            <p:spPr>
              <a:xfrm>
                <a:off x="1982665" y="5210915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5210915"/>
                <a:ext cx="587311" cy="545287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/>
              <p:nvPr/>
            </p:nvSpPr>
            <p:spPr>
              <a:xfrm>
                <a:off x="1982665" y="6209316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6209316"/>
                <a:ext cx="587311" cy="545287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/>
              <p:nvPr/>
            </p:nvSpPr>
            <p:spPr>
              <a:xfrm>
                <a:off x="1982665" y="7207715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7207715"/>
                <a:ext cx="587311" cy="545287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2F4CBA8-B200-4654-877D-CAED51D7C70D}"/>
              </a:ext>
            </a:extLst>
          </p:cNvPr>
          <p:cNvCxnSpPr>
            <a:cxnSpLocks/>
            <a:stCxn id="21" idx="4"/>
            <a:endCxn id="24" idx="0"/>
          </p:cNvCxnSpPr>
          <p:nvPr/>
        </p:nvCxnSpPr>
        <p:spPr>
          <a:xfrm>
            <a:off x="4181564" y="27610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34CE515-A80B-47F2-A0D5-FD2452119C1A}"/>
              </a:ext>
            </a:extLst>
          </p:cNvPr>
          <p:cNvCxnSpPr>
            <a:cxnSpLocks/>
            <a:stCxn id="24" idx="4"/>
            <a:endCxn id="25" idx="0"/>
          </p:cNvCxnSpPr>
          <p:nvPr/>
        </p:nvCxnSpPr>
        <p:spPr>
          <a:xfrm>
            <a:off x="4181564" y="37594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9EF7C1B-7B1D-45CA-B9BA-CE14145A5DE6}"/>
              </a:ext>
            </a:extLst>
          </p:cNvPr>
          <p:cNvCxnSpPr>
            <a:cxnSpLocks/>
            <a:stCxn id="24" idx="4"/>
            <a:endCxn id="37" idx="1"/>
          </p:cNvCxnSpPr>
          <p:nvPr/>
        </p:nvCxnSpPr>
        <p:spPr>
          <a:xfrm>
            <a:off x="4181572" y="3759396"/>
            <a:ext cx="947931" cy="532968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F43BB14-F121-4E17-968F-9B131D8CDF1D}"/>
              </a:ext>
            </a:extLst>
          </p:cNvPr>
          <p:cNvCxnSpPr>
            <a:cxnSpLocks/>
            <a:stCxn id="37" idx="4"/>
            <a:endCxn id="28" idx="0"/>
          </p:cNvCxnSpPr>
          <p:nvPr/>
        </p:nvCxnSpPr>
        <p:spPr>
          <a:xfrm>
            <a:off x="5337141" y="47578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1A6AF1C-08AF-4070-BB89-9EFDE933C383}"/>
              </a:ext>
            </a:extLst>
          </p:cNvPr>
          <p:cNvCxnSpPr>
            <a:cxnSpLocks/>
            <a:stCxn id="28" idx="4"/>
            <a:endCxn id="31" idx="0"/>
          </p:cNvCxnSpPr>
          <p:nvPr/>
        </p:nvCxnSpPr>
        <p:spPr>
          <a:xfrm>
            <a:off x="5337141" y="57562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AC75B2-BF4C-42E3-858D-F2043FCA831A}"/>
              </a:ext>
            </a:extLst>
          </p:cNvPr>
          <p:cNvCxnSpPr>
            <a:cxnSpLocks/>
            <a:stCxn id="31" idx="4"/>
            <a:endCxn id="33" idx="0"/>
          </p:cNvCxnSpPr>
          <p:nvPr/>
        </p:nvCxnSpPr>
        <p:spPr>
          <a:xfrm>
            <a:off x="5337141" y="6754603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0905898-C870-4D11-AA9F-F0FDBA4298D7}"/>
              </a:ext>
            </a:extLst>
          </p:cNvPr>
          <p:cNvCxnSpPr>
            <a:cxnSpLocks/>
            <a:stCxn id="24" idx="4"/>
            <a:endCxn id="43" idx="7"/>
          </p:cNvCxnSpPr>
          <p:nvPr/>
        </p:nvCxnSpPr>
        <p:spPr>
          <a:xfrm flipH="1">
            <a:off x="1318869" y="3759403"/>
            <a:ext cx="286270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515F62-C1C3-40FF-AC12-85577E6A1B09}"/>
              </a:ext>
            </a:extLst>
          </p:cNvPr>
          <p:cNvCxnSpPr>
            <a:cxnSpLocks/>
            <a:stCxn id="24" idx="4"/>
            <a:endCxn id="42" idx="7"/>
          </p:cNvCxnSpPr>
          <p:nvPr/>
        </p:nvCxnSpPr>
        <p:spPr>
          <a:xfrm flipH="1">
            <a:off x="2486976" y="3759400"/>
            <a:ext cx="1694595" cy="532966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73D8C43-6F3A-4DD8-A0A3-9E8F6B47EB52}"/>
              </a:ext>
            </a:extLst>
          </p:cNvPr>
          <p:cNvCxnSpPr>
            <a:cxnSpLocks/>
            <a:stCxn id="4" idx="4"/>
            <a:endCxn id="40" idx="7"/>
          </p:cNvCxnSpPr>
          <p:nvPr/>
        </p:nvCxnSpPr>
        <p:spPr>
          <a:xfrm flipH="1">
            <a:off x="1318862" y="1762597"/>
            <a:ext cx="2862704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E23FAC1-D7EA-4017-917F-DA69396302B5}"/>
              </a:ext>
            </a:extLst>
          </p:cNvPr>
          <p:cNvCxnSpPr>
            <a:cxnSpLocks/>
            <a:stCxn id="21" idx="4"/>
            <a:endCxn id="41" idx="7"/>
          </p:cNvCxnSpPr>
          <p:nvPr/>
        </p:nvCxnSpPr>
        <p:spPr>
          <a:xfrm flipH="1">
            <a:off x="1318864" y="2761000"/>
            <a:ext cx="2862704" cy="530062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64ED8D1-E3EC-433E-BFD7-85E15CA464E7}"/>
              </a:ext>
            </a:extLst>
          </p:cNvPr>
          <p:cNvCxnSpPr>
            <a:cxnSpLocks/>
            <a:stCxn id="37" idx="4"/>
            <a:endCxn id="44" idx="7"/>
          </p:cNvCxnSpPr>
          <p:nvPr/>
        </p:nvCxnSpPr>
        <p:spPr>
          <a:xfrm flipH="1">
            <a:off x="2483961" y="4757803"/>
            <a:ext cx="2853182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A85547D-BA6D-465B-9B00-52ADE8219738}"/>
              </a:ext>
            </a:extLst>
          </p:cNvPr>
          <p:cNvCxnSpPr>
            <a:cxnSpLocks/>
            <a:stCxn id="28" idx="4"/>
            <a:endCxn id="45" idx="7"/>
          </p:cNvCxnSpPr>
          <p:nvPr/>
        </p:nvCxnSpPr>
        <p:spPr>
          <a:xfrm flipH="1">
            <a:off x="2483966" y="5756197"/>
            <a:ext cx="2853183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A8DF2C9-75FB-4DB2-8F24-2DE465D6EFF8}"/>
              </a:ext>
            </a:extLst>
          </p:cNvPr>
          <p:cNvCxnSpPr>
            <a:cxnSpLocks/>
            <a:stCxn id="31" idx="4"/>
            <a:endCxn id="46" idx="7"/>
          </p:cNvCxnSpPr>
          <p:nvPr/>
        </p:nvCxnSpPr>
        <p:spPr>
          <a:xfrm flipH="1">
            <a:off x="2483966" y="6754603"/>
            <a:ext cx="285318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lg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BE52BD8-F4BA-43B3-B1B0-A41129EA80EE}"/>
              </a:ext>
            </a:extLst>
          </p:cNvPr>
          <p:cNvSpPr txBox="1"/>
          <p:nvPr/>
        </p:nvSpPr>
        <p:spPr>
          <a:xfrm>
            <a:off x="276227" y="149475"/>
            <a:ext cx="2714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/>
              <a:t>mechanized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F4CF3A3-F0E5-4ACB-8853-D8D5811DF2F9}"/>
              </a:ext>
            </a:extLst>
          </p:cNvPr>
          <p:cNvSpPr txBox="1"/>
          <p:nvPr/>
        </p:nvSpPr>
        <p:spPr>
          <a:xfrm>
            <a:off x="3367935" y="163397"/>
            <a:ext cx="2714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/>
              <a:t>executable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FD5E95A-3316-4C33-9B1C-287EAC8A974E}"/>
              </a:ext>
            </a:extLst>
          </p:cNvPr>
          <p:cNvCxnSpPr>
            <a:cxnSpLocks/>
          </p:cNvCxnSpPr>
          <p:nvPr/>
        </p:nvCxnSpPr>
        <p:spPr>
          <a:xfrm>
            <a:off x="3227259" y="-207869"/>
            <a:ext cx="0" cy="8460913"/>
          </a:xfrm>
          <a:prstGeom prst="line">
            <a:avLst/>
          </a:prstGeom>
          <a:ln w="603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6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2746</TotalTime>
  <Words>34</Words>
  <Application>Microsoft Office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19</cp:revision>
  <dcterms:created xsi:type="dcterms:W3CDTF">2026-05-28T22:06:48Z</dcterms:created>
  <dcterms:modified xsi:type="dcterms:W3CDTF">2026-05-30T19:52:57Z</dcterms:modified>
</cp:coreProperties>
</file>