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98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425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606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324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020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550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9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66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61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592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741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473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16130-5E25-47D4-A299-838FA4625973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43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/>
              <p:nvPr/>
            </p:nvSpPr>
            <p:spPr>
              <a:xfrm>
                <a:off x="4109251" y="514904"/>
                <a:ext cx="914400" cy="852256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0" tIns="0" rIns="0" bIns="9144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3200" b="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633C0A0A-547E-4438-BDC2-B37C677C5F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9251" y="514904"/>
                <a:ext cx="914400" cy="85225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2E6A1-D805-4ADD-B147-E7F41D8D38FD}"/>
                  </a:ext>
                </a:extLst>
              </p:cNvPr>
              <p:cNvSpPr/>
              <p:nvPr/>
            </p:nvSpPr>
            <p:spPr>
              <a:xfrm>
                <a:off x="4109251" y="2167633"/>
                <a:ext cx="914400" cy="852256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0" tIns="0" rIns="0" bIns="9144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b="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2E6A1-D805-4ADD-B147-E7F41D8D38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9251" y="2167633"/>
                <a:ext cx="914400" cy="85225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1194280-CC55-4337-848C-214AED77258F}"/>
                  </a:ext>
                </a:extLst>
              </p:cNvPr>
              <p:cNvSpPr/>
              <p:nvPr/>
            </p:nvSpPr>
            <p:spPr>
              <a:xfrm>
                <a:off x="4109251" y="3890647"/>
                <a:ext cx="914400" cy="852256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0" tIns="0" rIns="0" bIns="9144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b="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1194280-CC55-4337-848C-214AED7725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9251" y="3890647"/>
                <a:ext cx="914400" cy="85225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C11B7CA-40D2-4249-8A95-05850EDDEB21}"/>
                  </a:ext>
                </a:extLst>
              </p:cNvPr>
              <p:cNvSpPr/>
              <p:nvPr/>
            </p:nvSpPr>
            <p:spPr>
              <a:xfrm>
                <a:off x="2433960" y="5436837"/>
                <a:ext cx="914400" cy="852256"/>
              </a:xfrm>
              <a:prstGeom prst="ellipse">
                <a:avLst/>
              </a:prstGeom>
              <a:solidFill>
                <a:srgbClr val="92D050">
                  <a:alpha val="30000"/>
                </a:srgb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0" tIns="0" rIns="0" bIns="9144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200" b="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7C11B7CA-40D2-4249-8A95-05850EDDEB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960" y="5436837"/>
                <a:ext cx="914400" cy="85225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2F22B74-BF5C-42B8-8447-060E3D4B67DD}"/>
                  </a:ext>
                </a:extLst>
              </p:cNvPr>
              <p:cNvSpPr/>
              <p:nvPr/>
            </p:nvSpPr>
            <p:spPr>
              <a:xfrm>
                <a:off x="5795641" y="5436837"/>
                <a:ext cx="914400" cy="852256"/>
              </a:xfrm>
              <a:prstGeom prst="ellipse">
                <a:avLst/>
              </a:prstGeom>
              <a:solidFill>
                <a:schemeClr val="bg1">
                  <a:lumMod val="75000"/>
                  <a:alpha val="3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2880" tIns="0" rIns="0" bIns="9144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3200" b="0" i="1" smtClean="0">
                              <a:ln>
                                <a:solidFill>
                                  <a:schemeClr val="tx1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3200" b="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2F22B74-BF5C-42B8-8447-060E3D4B67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5641" y="5436837"/>
                <a:ext cx="914400" cy="85225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70FD7A6-6AD4-4C97-902D-BFD44B880F28}"/>
              </a:ext>
            </a:extLst>
          </p:cNvPr>
          <p:cNvCxnSpPr>
            <a:cxnSpLocks/>
            <a:stCxn id="4" idx="4"/>
            <a:endCxn id="9" idx="0"/>
          </p:cNvCxnSpPr>
          <p:nvPr/>
        </p:nvCxnSpPr>
        <p:spPr>
          <a:xfrm>
            <a:off x="4566451" y="1367160"/>
            <a:ext cx="0" cy="800473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15499B-AC20-4079-AD5D-F0CBBCB0B4C5}"/>
              </a:ext>
            </a:extLst>
          </p:cNvPr>
          <p:cNvCxnSpPr>
            <a:cxnSpLocks/>
            <a:stCxn id="9" idx="4"/>
            <a:endCxn id="10" idx="0"/>
          </p:cNvCxnSpPr>
          <p:nvPr/>
        </p:nvCxnSpPr>
        <p:spPr>
          <a:xfrm>
            <a:off x="4566451" y="3019889"/>
            <a:ext cx="0" cy="870758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312BBBB-B258-4147-8F8B-5AB40C3D3A46}"/>
              </a:ext>
            </a:extLst>
          </p:cNvPr>
          <p:cNvCxnSpPr>
            <a:cxnSpLocks/>
            <a:stCxn id="10" idx="3"/>
            <a:endCxn id="11" idx="7"/>
          </p:cNvCxnSpPr>
          <p:nvPr/>
        </p:nvCxnSpPr>
        <p:spPr>
          <a:xfrm flipH="1">
            <a:off x="3214449" y="4618093"/>
            <a:ext cx="1028713" cy="943554"/>
          </a:xfrm>
          <a:prstGeom prst="straightConnector1">
            <a:avLst/>
          </a:prstGeom>
          <a:ln w="28575">
            <a:solidFill>
              <a:schemeClr val="tx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6AAB2E-B82A-4F9E-A65E-7C2B977D191A}"/>
              </a:ext>
            </a:extLst>
          </p:cNvPr>
          <p:cNvCxnSpPr>
            <a:cxnSpLocks/>
            <a:stCxn id="10" idx="5"/>
            <a:endCxn id="12" idx="1"/>
          </p:cNvCxnSpPr>
          <p:nvPr/>
        </p:nvCxnSpPr>
        <p:spPr>
          <a:xfrm>
            <a:off x="4889740" y="4618093"/>
            <a:ext cx="1039812" cy="943554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AE71490-5FC3-49F9-8E7E-6C1B74C18EF9}"/>
                  </a:ext>
                </a:extLst>
              </p:cNvPr>
              <p:cNvSpPr txBox="1"/>
              <p:nvPr/>
            </p:nvSpPr>
            <p:spPr>
              <a:xfrm>
                <a:off x="951197" y="4571310"/>
                <a:ext cx="293001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&lt;10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AE71490-5FC3-49F9-8E7E-6C1B74C18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97" y="4571310"/>
                <a:ext cx="2930013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399CB5-C6FA-4D6F-AEFF-AAC0BAEDA925}"/>
                  </a:ext>
                </a:extLst>
              </p:cNvPr>
              <p:cNvSpPr txBox="1"/>
              <p:nvPr/>
            </p:nvSpPr>
            <p:spPr>
              <a:xfrm>
                <a:off x="5409646" y="4567792"/>
                <a:ext cx="353498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&lt;0∨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≥10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8399CB5-C6FA-4D6F-AEFF-AAC0BAEDA9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9646" y="4567792"/>
                <a:ext cx="3534982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0686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</TotalTime>
  <Words>17</Words>
  <Application>Microsoft Office PowerPoint</Application>
  <PresentationFormat>On-screen Show (4:3)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</dc:creator>
  <cp:lastModifiedBy>PP</cp:lastModifiedBy>
  <cp:revision>4</cp:revision>
  <dcterms:created xsi:type="dcterms:W3CDTF">2026-05-28T22:06:48Z</dcterms:created>
  <dcterms:modified xsi:type="dcterms:W3CDTF">2026-05-28T22:57:08Z</dcterms:modified>
</cp:coreProperties>
</file>